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2">
  <p:sldMasterIdLst>
    <p:sldMasterId id="2147483684" r:id="rId1"/>
  </p:sldMasterIdLst>
  <p:notesMasterIdLst>
    <p:notesMasterId r:id="rId23"/>
  </p:notesMasterIdLst>
  <p:sldIdLst>
    <p:sldId id="256" r:id="rId2"/>
    <p:sldId id="270" r:id="rId3"/>
    <p:sldId id="300" r:id="rId4"/>
    <p:sldId id="290" r:id="rId5"/>
    <p:sldId id="299" r:id="rId6"/>
    <p:sldId id="292" r:id="rId7"/>
    <p:sldId id="289" r:id="rId8"/>
    <p:sldId id="287" r:id="rId9"/>
    <p:sldId id="288" r:id="rId10"/>
    <p:sldId id="284" r:id="rId11"/>
    <p:sldId id="304" r:id="rId12"/>
    <p:sldId id="303" r:id="rId13"/>
    <p:sldId id="302" r:id="rId14"/>
    <p:sldId id="285" r:id="rId15"/>
    <p:sldId id="282" r:id="rId16"/>
    <p:sldId id="305" r:id="rId17"/>
    <p:sldId id="294" r:id="rId18"/>
    <p:sldId id="295" r:id="rId19"/>
    <p:sldId id="296" r:id="rId20"/>
    <p:sldId id="297" r:id="rId21"/>
    <p:sldId id="298"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20DA066-FD87-46CB-BD77-E81C2BAE077C}">
          <p14:sldIdLst>
            <p14:sldId id="256"/>
            <p14:sldId id="270"/>
            <p14:sldId id="300"/>
            <p14:sldId id="290"/>
            <p14:sldId id="299"/>
            <p14:sldId id="292"/>
            <p14:sldId id="289"/>
            <p14:sldId id="287"/>
            <p14:sldId id="288"/>
          </p14:sldIdLst>
        </p14:section>
        <p14:section name="Untitled Section" id="{99627A6B-D6B3-45EC-B6ED-88DB899A2A4E}">
          <p14:sldIdLst>
            <p14:sldId id="284"/>
            <p14:sldId id="304"/>
            <p14:sldId id="303"/>
            <p14:sldId id="302"/>
            <p14:sldId id="285"/>
            <p14:sldId id="282"/>
          </p14:sldIdLst>
        </p14:section>
        <p14:section name="Untitled Section" id="{18900BD3-3FD8-488C-810B-04E90150CC94}">
          <p14:sldIdLst>
            <p14:sldId id="305"/>
            <p14:sldId id="294"/>
            <p14:sldId id="295"/>
            <p14:sldId id="296"/>
            <p14:sldId id="297"/>
            <p14:sldId id="298"/>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5" autoAdjust="0"/>
    <p:restoredTop sz="94660"/>
  </p:normalViewPr>
  <p:slideViewPr>
    <p:cSldViewPr snapToGrid="0">
      <p:cViewPr>
        <p:scale>
          <a:sx n="68" d="100"/>
          <a:sy n="68" d="100"/>
        </p:scale>
        <p:origin x="1188" y="48"/>
      </p:cViewPr>
      <p:guideLst>
        <p:guide orient="horz" pos="2160"/>
        <p:guide pos="2880"/>
      </p:guideLst>
    </p:cSldViewPr>
  </p:slideViewPr>
  <p:notesTextViewPr>
    <p:cViewPr>
      <p:scale>
        <a:sx n="1" d="1"/>
        <a:sy n="1" d="1"/>
      </p:scale>
      <p:origin x="0" y="0"/>
    </p:cViewPr>
  </p:notesTextViewPr>
  <p:sorterViewPr>
    <p:cViewPr>
      <p:scale>
        <a:sx n="100" d="100"/>
        <a:sy n="100" d="100"/>
      </p:scale>
      <p:origin x="0" y="-4096"/>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B63120D-7BF6-48CD-B9B3-34D59598CCC6}" type="doc">
      <dgm:prSet loTypeId="urn:microsoft.com/office/officeart/2005/8/layout/list1" loCatId="list" qsTypeId="urn:microsoft.com/office/officeart/2005/8/quickstyle/simple4" qsCatId="simple" csTypeId="urn:microsoft.com/office/officeart/2005/8/colors/accent1_4" csCatId="accent1" phldr="1"/>
      <dgm:spPr/>
      <dgm:t>
        <a:bodyPr/>
        <a:lstStyle/>
        <a:p>
          <a:endParaRPr lang="en-US"/>
        </a:p>
      </dgm:t>
    </dgm:pt>
    <dgm:pt modelId="{D1E2D498-2CB6-4840-B7EE-541A50C0699D}">
      <dgm:prSet phldrT="[Text]"/>
      <dgm:spPr/>
      <dgm:t>
        <a:bodyPr/>
        <a:lstStyle/>
        <a:p>
          <a:r>
            <a:rPr lang="en-US" b="1" spc="-10" dirty="0">
              <a:effectLst/>
              <a:ea typeface="Calibri" panose="020F0502020204030204" pitchFamily="34" charset="0"/>
            </a:rPr>
            <a:t>Project</a:t>
          </a:r>
          <a:r>
            <a:rPr lang="en-US" b="1" spc="-35" dirty="0">
              <a:effectLst/>
              <a:ea typeface="Calibri" panose="020F0502020204030204" pitchFamily="34" charset="0"/>
            </a:rPr>
            <a:t> </a:t>
          </a:r>
          <a:r>
            <a:rPr lang="en-US" b="1" spc="-10" dirty="0">
              <a:effectLst/>
              <a:ea typeface="Calibri" panose="020F0502020204030204" pitchFamily="34" charset="0"/>
            </a:rPr>
            <a:t>Definition:</a:t>
          </a:r>
          <a:endParaRPr lang="en-US" dirty="0"/>
        </a:p>
      </dgm:t>
    </dgm:pt>
    <dgm:pt modelId="{6B44078C-3843-4FA9-B9BF-FEE39703C122}" type="parTrans" cxnId="{46B4B9D0-7C51-46A2-BCE3-D32EF0507FA1}">
      <dgm:prSet/>
      <dgm:spPr/>
      <dgm:t>
        <a:bodyPr/>
        <a:lstStyle/>
        <a:p>
          <a:endParaRPr lang="en-US"/>
        </a:p>
      </dgm:t>
    </dgm:pt>
    <dgm:pt modelId="{4085D890-AD91-4962-8BF8-4D3EE2289C63}" type="sibTrans" cxnId="{46B4B9D0-7C51-46A2-BCE3-D32EF0507FA1}">
      <dgm:prSet/>
      <dgm:spPr/>
      <dgm:t>
        <a:bodyPr/>
        <a:lstStyle/>
        <a:p>
          <a:endParaRPr lang="en-US"/>
        </a:p>
      </dgm:t>
    </dgm:pt>
    <dgm:pt modelId="{42C38778-3300-4523-9DC6-9444FEC6D706}">
      <dgm:prSet/>
      <dgm:spPr/>
      <dgm:t>
        <a:bodyPr/>
        <a:lstStyle/>
        <a:p>
          <a:r>
            <a:rPr lang="en-US" dirty="0" err="1">
              <a:effectLst/>
              <a:ea typeface="Calibri" panose="020F0502020204030204" pitchFamily="34" charset="0"/>
            </a:rPr>
            <a:t>RoboMH</a:t>
          </a:r>
          <a:r>
            <a:rPr lang="en-US" dirty="0">
              <a:effectLst/>
              <a:ea typeface="Calibri" panose="020F0502020204030204" pitchFamily="34" charset="0"/>
            </a:rPr>
            <a:t>--AI Powered Mental Health Monitoring System</a:t>
          </a:r>
          <a:endParaRPr lang="en-IN" dirty="0">
            <a:effectLst/>
            <a:ea typeface="Calibri" panose="020F0502020204030204" pitchFamily="34" charset="0"/>
          </a:endParaRPr>
        </a:p>
      </dgm:t>
    </dgm:pt>
    <dgm:pt modelId="{FCF80EF4-C085-4F19-B653-448D26BAE928}" type="parTrans" cxnId="{B76CE0FA-431E-42A2-8797-1E748B6E7B50}">
      <dgm:prSet/>
      <dgm:spPr/>
      <dgm:t>
        <a:bodyPr/>
        <a:lstStyle/>
        <a:p>
          <a:endParaRPr lang="en-US"/>
        </a:p>
      </dgm:t>
    </dgm:pt>
    <dgm:pt modelId="{FB38B373-AEC3-4908-B89F-33C7D71C7F57}" type="sibTrans" cxnId="{B76CE0FA-431E-42A2-8797-1E748B6E7B50}">
      <dgm:prSet/>
      <dgm:spPr/>
      <dgm:t>
        <a:bodyPr/>
        <a:lstStyle/>
        <a:p>
          <a:endParaRPr lang="en-US"/>
        </a:p>
      </dgm:t>
    </dgm:pt>
    <dgm:pt modelId="{7A926BAC-8389-49C8-89DE-3DFFF03066CF}">
      <dgm:prSet/>
      <dgm:spPr/>
      <dgm:t>
        <a:bodyPr/>
        <a:lstStyle/>
        <a:p>
          <a:r>
            <a:rPr lang="en-US" b="1" spc="-10" dirty="0">
              <a:effectLst/>
              <a:ea typeface="Calibri" panose="020F0502020204030204" pitchFamily="34" charset="0"/>
            </a:rPr>
            <a:t>Project</a:t>
          </a:r>
          <a:r>
            <a:rPr lang="en-US" b="1" spc="-25" dirty="0">
              <a:effectLst/>
              <a:ea typeface="Calibri" panose="020F0502020204030204" pitchFamily="34" charset="0"/>
            </a:rPr>
            <a:t> </a:t>
          </a:r>
          <a:r>
            <a:rPr lang="en-US" b="1" spc="-10" dirty="0">
              <a:effectLst/>
              <a:ea typeface="Calibri" panose="020F0502020204030204" pitchFamily="34" charset="0"/>
            </a:rPr>
            <a:t>Description:</a:t>
          </a:r>
          <a:endParaRPr lang="en-IN" dirty="0">
            <a:effectLst/>
            <a:ea typeface="Calibri" panose="020F0502020204030204" pitchFamily="34" charset="0"/>
          </a:endParaRPr>
        </a:p>
      </dgm:t>
    </dgm:pt>
    <dgm:pt modelId="{B054F3CE-4133-428F-9E56-F0ABD8A88CCB}" type="parTrans" cxnId="{56A45972-D0DF-4C5E-B568-1A9AB09E8C79}">
      <dgm:prSet/>
      <dgm:spPr/>
      <dgm:t>
        <a:bodyPr/>
        <a:lstStyle/>
        <a:p>
          <a:endParaRPr lang="en-US"/>
        </a:p>
      </dgm:t>
    </dgm:pt>
    <dgm:pt modelId="{97F9ADF1-87FC-4133-87AD-F035146111E6}" type="sibTrans" cxnId="{56A45972-D0DF-4C5E-B568-1A9AB09E8C79}">
      <dgm:prSet/>
      <dgm:spPr/>
      <dgm:t>
        <a:bodyPr/>
        <a:lstStyle/>
        <a:p>
          <a:endParaRPr lang="en-US"/>
        </a:p>
      </dgm:t>
    </dgm:pt>
    <dgm:pt modelId="{04DC2731-D309-4459-BBF3-EAD9CD582885}">
      <dgm:prSet/>
      <dgm:spPr/>
      <dgm:t>
        <a:bodyPr/>
        <a:lstStyle/>
        <a:p>
          <a:r>
            <a:rPr lang="en-US" dirty="0">
              <a:effectLst/>
              <a:ea typeface="Times New Roman" panose="02020603050405020304" pitchFamily="18" charset="0"/>
            </a:rPr>
            <a:t>The AI-Powered Mental Health Monitoring System is designed to assess individuals' mental health conditions through </a:t>
          </a:r>
          <a:r>
            <a:rPr lang="en-US" b="1" dirty="0">
              <a:effectLst/>
              <a:ea typeface="Times New Roman" panose="02020603050405020304" pitchFamily="18" charset="0"/>
            </a:rPr>
            <a:t>facial expressions, speech tone, and textual sentiment analysis.</a:t>
          </a:r>
          <a:r>
            <a:rPr lang="en-US" dirty="0">
              <a:effectLst/>
              <a:ea typeface="Times New Roman" panose="02020603050405020304" pitchFamily="18" charset="0"/>
            </a:rPr>
            <a:t> The system provides real-time feedback and assists users and therapists in identifying signs of depression, anxiety, and stress using AI-driven models.</a:t>
          </a:r>
          <a:endParaRPr lang="en-IN" dirty="0">
            <a:effectLst/>
            <a:ea typeface="Times New Roman" panose="02020603050405020304" pitchFamily="18" charset="0"/>
          </a:endParaRPr>
        </a:p>
      </dgm:t>
    </dgm:pt>
    <dgm:pt modelId="{E64B36FC-A3A2-4036-A901-585F2B118C61}" type="parTrans" cxnId="{09A7051D-32F5-4ED7-90A0-B2D66FCBF977}">
      <dgm:prSet/>
      <dgm:spPr/>
      <dgm:t>
        <a:bodyPr/>
        <a:lstStyle/>
        <a:p>
          <a:endParaRPr lang="en-US"/>
        </a:p>
      </dgm:t>
    </dgm:pt>
    <dgm:pt modelId="{E4D4973B-4C53-4205-9602-7A2777933712}" type="sibTrans" cxnId="{09A7051D-32F5-4ED7-90A0-B2D66FCBF977}">
      <dgm:prSet/>
      <dgm:spPr/>
      <dgm:t>
        <a:bodyPr/>
        <a:lstStyle/>
        <a:p>
          <a:endParaRPr lang="en-US"/>
        </a:p>
      </dgm:t>
    </dgm:pt>
    <dgm:pt modelId="{926B895A-27FE-4A62-B82A-6F8D2C219F3C}">
      <dgm:prSet/>
      <dgm:spPr/>
      <dgm:t>
        <a:bodyPr/>
        <a:lstStyle/>
        <a:p>
          <a:r>
            <a:rPr lang="en-US" b="1" spc="-10" dirty="0">
              <a:effectLst/>
              <a:ea typeface="Calibri" panose="020F0502020204030204" pitchFamily="34" charset="0"/>
            </a:rPr>
            <a:t>Problem</a:t>
          </a:r>
          <a:r>
            <a:rPr lang="en-US" b="1" spc="-20" dirty="0">
              <a:effectLst/>
              <a:ea typeface="Calibri" panose="020F0502020204030204" pitchFamily="34" charset="0"/>
            </a:rPr>
            <a:t> </a:t>
          </a:r>
          <a:r>
            <a:rPr lang="en-US" b="1" spc="-10" dirty="0">
              <a:effectLst/>
              <a:ea typeface="Calibri" panose="020F0502020204030204" pitchFamily="34" charset="0"/>
            </a:rPr>
            <a:t>Statements:</a:t>
          </a:r>
          <a:r>
            <a:rPr lang="en-US" b="1" dirty="0">
              <a:effectLst/>
              <a:ea typeface="Calibri" panose="020F0502020204030204" pitchFamily="34" charset="0"/>
            </a:rPr>
            <a:t> </a:t>
          </a:r>
          <a:endParaRPr lang="en-IN" b="1" dirty="0">
            <a:effectLst/>
            <a:ea typeface="Calibri" panose="020F0502020204030204" pitchFamily="34" charset="0"/>
          </a:endParaRPr>
        </a:p>
      </dgm:t>
    </dgm:pt>
    <dgm:pt modelId="{E0EB9E3F-6EA5-4B6B-B1F0-51C935D918AC}" type="parTrans" cxnId="{A4FE30D4-F85B-4D8D-A95C-AFE10403130B}">
      <dgm:prSet/>
      <dgm:spPr/>
      <dgm:t>
        <a:bodyPr/>
        <a:lstStyle/>
        <a:p>
          <a:endParaRPr lang="en-US"/>
        </a:p>
      </dgm:t>
    </dgm:pt>
    <dgm:pt modelId="{44FFB752-CAC7-4E77-8701-CD64F4B99D63}" type="sibTrans" cxnId="{A4FE30D4-F85B-4D8D-A95C-AFE10403130B}">
      <dgm:prSet/>
      <dgm:spPr/>
      <dgm:t>
        <a:bodyPr/>
        <a:lstStyle/>
        <a:p>
          <a:endParaRPr lang="en-US"/>
        </a:p>
      </dgm:t>
    </dgm:pt>
    <dgm:pt modelId="{E167087A-15E3-4A7E-9183-D0A5860314AA}">
      <dgm:prSet/>
      <dgm:spPr/>
      <dgm:t>
        <a:bodyPr/>
        <a:lstStyle/>
        <a:p>
          <a:r>
            <a:rPr lang="en-US" dirty="0">
              <a:effectLst/>
              <a:ea typeface="Calibri" panose="020F0502020204030204" pitchFamily="34" charset="0"/>
            </a:rPr>
            <a:t>Mental health is a crucial aspect of well-being, yet many individuals </a:t>
          </a:r>
          <a:r>
            <a:rPr lang="en-US" b="1" dirty="0">
              <a:effectLst/>
              <a:ea typeface="Times New Roman" panose="02020603050405020304" pitchFamily="18" charset="0"/>
            </a:rPr>
            <a:t>struggle to access timely diagnosis and support</a:t>
          </a:r>
          <a:r>
            <a:rPr lang="en-US" dirty="0">
              <a:effectLst/>
              <a:ea typeface="Calibri" panose="020F0502020204030204" pitchFamily="34" charset="0"/>
            </a:rPr>
            <a:t>. AI-driven mental health analysis offers an </a:t>
          </a:r>
          <a:r>
            <a:rPr lang="en-US" b="1" dirty="0">
              <a:effectLst/>
              <a:ea typeface="Times New Roman" panose="02020603050405020304" pitchFamily="18" charset="0"/>
            </a:rPr>
            <a:t>automated, objective, and accessible solution</a:t>
          </a:r>
          <a:r>
            <a:rPr lang="en-US" b="1" dirty="0">
              <a:effectLst/>
              <a:ea typeface="Calibri" panose="020F0502020204030204" pitchFamily="34" charset="0"/>
            </a:rPr>
            <a:t>.</a:t>
          </a:r>
          <a:endParaRPr lang="en-IN" dirty="0">
            <a:effectLst/>
            <a:ea typeface="Calibri" panose="020F0502020204030204" pitchFamily="34" charset="0"/>
          </a:endParaRPr>
        </a:p>
      </dgm:t>
    </dgm:pt>
    <dgm:pt modelId="{10340FE4-1EB8-4D6B-AE7E-C309BBE245F4}" type="parTrans" cxnId="{D4608A38-2B4D-4DBD-A303-24807DD3D1F6}">
      <dgm:prSet/>
      <dgm:spPr/>
      <dgm:t>
        <a:bodyPr/>
        <a:lstStyle/>
        <a:p>
          <a:endParaRPr lang="en-US"/>
        </a:p>
      </dgm:t>
    </dgm:pt>
    <dgm:pt modelId="{D9691050-A001-40F7-A59A-9AF44F08D22B}" type="sibTrans" cxnId="{D4608A38-2B4D-4DBD-A303-24807DD3D1F6}">
      <dgm:prSet/>
      <dgm:spPr/>
      <dgm:t>
        <a:bodyPr/>
        <a:lstStyle/>
        <a:p>
          <a:endParaRPr lang="en-US"/>
        </a:p>
      </dgm:t>
    </dgm:pt>
    <dgm:pt modelId="{D77496E1-C6D3-44BF-BE3D-DC3D7D7022A7}">
      <dgm:prSet/>
      <dgm:spPr/>
      <dgm:t>
        <a:bodyPr/>
        <a:lstStyle/>
        <a:p>
          <a:r>
            <a:rPr lang="en-US" dirty="0">
              <a:effectLst/>
              <a:ea typeface="Calibri" panose="020F0502020204030204" pitchFamily="34" charset="0"/>
            </a:rPr>
            <a:t>This project integrates </a:t>
          </a:r>
          <a:r>
            <a:rPr lang="en-US" b="1" dirty="0">
              <a:effectLst/>
              <a:ea typeface="Times New Roman" panose="02020603050405020304" pitchFamily="18" charset="0"/>
            </a:rPr>
            <a:t>computer vision, speech processing, and NLP models</a:t>
          </a:r>
          <a:r>
            <a:rPr lang="en-US" b="1" dirty="0">
              <a:effectLst/>
              <a:ea typeface="Calibri" panose="020F0502020204030204" pitchFamily="34" charset="0"/>
            </a:rPr>
            <a:t> </a:t>
          </a:r>
          <a:r>
            <a:rPr lang="en-US" dirty="0">
              <a:effectLst/>
              <a:ea typeface="Calibri" panose="020F0502020204030204" pitchFamily="34" charset="0"/>
            </a:rPr>
            <a:t>to create a multimodal system that can detect emotional distress and support early mental health intervention.</a:t>
          </a:r>
          <a:endParaRPr lang="en-IN" dirty="0">
            <a:effectLst/>
            <a:ea typeface="Calibri" panose="020F0502020204030204" pitchFamily="34" charset="0"/>
          </a:endParaRPr>
        </a:p>
      </dgm:t>
    </dgm:pt>
    <dgm:pt modelId="{A44E4BD8-A706-423B-A76C-7267FCF807C8}" type="parTrans" cxnId="{30310A2B-42C9-4200-AC70-8DEC0EFB1AFB}">
      <dgm:prSet/>
      <dgm:spPr/>
      <dgm:t>
        <a:bodyPr/>
        <a:lstStyle/>
        <a:p>
          <a:endParaRPr lang="en-US"/>
        </a:p>
      </dgm:t>
    </dgm:pt>
    <dgm:pt modelId="{8F0D8DAA-F9FB-4BE4-977E-66090369D15D}" type="sibTrans" cxnId="{30310A2B-42C9-4200-AC70-8DEC0EFB1AFB}">
      <dgm:prSet/>
      <dgm:spPr/>
      <dgm:t>
        <a:bodyPr/>
        <a:lstStyle/>
        <a:p>
          <a:endParaRPr lang="en-US"/>
        </a:p>
      </dgm:t>
    </dgm:pt>
    <dgm:pt modelId="{87BCFD55-3FFA-422D-9856-8C1F316FF01A}" type="pres">
      <dgm:prSet presAssocID="{CB63120D-7BF6-48CD-B9B3-34D59598CCC6}" presName="linear" presStyleCnt="0">
        <dgm:presLayoutVars>
          <dgm:dir/>
          <dgm:animLvl val="lvl"/>
          <dgm:resizeHandles val="exact"/>
        </dgm:presLayoutVars>
      </dgm:prSet>
      <dgm:spPr/>
      <dgm:t>
        <a:bodyPr/>
        <a:lstStyle/>
        <a:p>
          <a:endParaRPr lang="en-US"/>
        </a:p>
      </dgm:t>
    </dgm:pt>
    <dgm:pt modelId="{48B6D05F-46E8-4990-A941-6D002D5F3FAB}" type="pres">
      <dgm:prSet presAssocID="{D1E2D498-2CB6-4840-B7EE-541A50C0699D}" presName="parentLin" presStyleCnt="0"/>
      <dgm:spPr/>
    </dgm:pt>
    <dgm:pt modelId="{DB6F1D98-C364-44A5-986D-2CC1D0CA2B6B}" type="pres">
      <dgm:prSet presAssocID="{D1E2D498-2CB6-4840-B7EE-541A50C0699D}" presName="parentLeftMargin" presStyleLbl="node1" presStyleIdx="0" presStyleCnt="3"/>
      <dgm:spPr/>
      <dgm:t>
        <a:bodyPr/>
        <a:lstStyle/>
        <a:p>
          <a:endParaRPr lang="en-US"/>
        </a:p>
      </dgm:t>
    </dgm:pt>
    <dgm:pt modelId="{8C7C3790-A656-42BC-8553-25845A2A8EDE}" type="pres">
      <dgm:prSet presAssocID="{D1E2D498-2CB6-4840-B7EE-541A50C0699D}" presName="parentText" presStyleLbl="node1" presStyleIdx="0" presStyleCnt="3">
        <dgm:presLayoutVars>
          <dgm:chMax val="0"/>
          <dgm:bulletEnabled val="1"/>
        </dgm:presLayoutVars>
      </dgm:prSet>
      <dgm:spPr/>
      <dgm:t>
        <a:bodyPr/>
        <a:lstStyle/>
        <a:p>
          <a:endParaRPr lang="en-US"/>
        </a:p>
      </dgm:t>
    </dgm:pt>
    <dgm:pt modelId="{C4A6B57E-396A-45D0-BD06-768DF1A7045F}" type="pres">
      <dgm:prSet presAssocID="{D1E2D498-2CB6-4840-B7EE-541A50C0699D}" presName="negativeSpace" presStyleCnt="0"/>
      <dgm:spPr/>
    </dgm:pt>
    <dgm:pt modelId="{26D58DC6-2183-483F-869A-7971838699CF}" type="pres">
      <dgm:prSet presAssocID="{D1E2D498-2CB6-4840-B7EE-541A50C0699D}" presName="childText" presStyleLbl="conFgAcc1" presStyleIdx="0" presStyleCnt="3">
        <dgm:presLayoutVars>
          <dgm:bulletEnabled val="1"/>
        </dgm:presLayoutVars>
      </dgm:prSet>
      <dgm:spPr/>
      <dgm:t>
        <a:bodyPr/>
        <a:lstStyle/>
        <a:p>
          <a:endParaRPr lang="en-US"/>
        </a:p>
      </dgm:t>
    </dgm:pt>
    <dgm:pt modelId="{65193532-3119-4019-9413-66429CCBD4B1}" type="pres">
      <dgm:prSet presAssocID="{4085D890-AD91-4962-8BF8-4D3EE2289C63}" presName="spaceBetweenRectangles" presStyleCnt="0"/>
      <dgm:spPr/>
    </dgm:pt>
    <dgm:pt modelId="{5BC4D26E-23AC-4BC2-914F-E63722B644DF}" type="pres">
      <dgm:prSet presAssocID="{7A926BAC-8389-49C8-89DE-3DFFF03066CF}" presName="parentLin" presStyleCnt="0"/>
      <dgm:spPr/>
    </dgm:pt>
    <dgm:pt modelId="{614ECDC1-29D5-4A42-9A16-A765A8AE21AA}" type="pres">
      <dgm:prSet presAssocID="{7A926BAC-8389-49C8-89DE-3DFFF03066CF}" presName="parentLeftMargin" presStyleLbl="node1" presStyleIdx="0" presStyleCnt="3"/>
      <dgm:spPr/>
      <dgm:t>
        <a:bodyPr/>
        <a:lstStyle/>
        <a:p>
          <a:endParaRPr lang="en-US"/>
        </a:p>
      </dgm:t>
    </dgm:pt>
    <dgm:pt modelId="{36E2BB9C-6020-4BB9-9137-89B79FB1BA8A}" type="pres">
      <dgm:prSet presAssocID="{7A926BAC-8389-49C8-89DE-3DFFF03066CF}" presName="parentText" presStyleLbl="node1" presStyleIdx="1" presStyleCnt="3">
        <dgm:presLayoutVars>
          <dgm:chMax val="0"/>
          <dgm:bulletEnabled val="1"/>
        </dgm:presLayoutVars>
      </dgm:prSet>
      <dgm:spPr/>
      <dgm:t>
        <a:bodyPr/>
        <a:lstStyle/>
        <a:p>
          <a:endParaRPr lang="en-US"/>
        </a:p>
      </dgm:t>
    </dgm:pt>
    <dgm:pt modelId="{6685224E-ABD7-4684-ACD2-14A289786185}" type="pres">
      <dgm:prSet presAssocID="{7A926BAC-8389-49C8-89DE-3DFFF03066CF}" presName="negativeSpace" presStyleCnt="0"/>
      <dgm:spPr/>
    </dgm:pt>
    <dgm:pt modelId="{6F46DCFB-EF32-4099-9890-7B1D81525B6E}" type="pres">
      <dgm:prSet presAssocID="{7A926BAC-8389-49C8-89DE-3DFFF03066CF}" presName="childText" presStyleLbl="conFgAcc1" presStyleIdx="1" presStyleCnt="3">
        <dgm:presLayoutVars>
          <dgm:bulletEnabled val="1"/>
        </dgm:presLayoutVars>
      </dgm:prSet>
      <dgm:spPr/>
      <dgm:t>
        <a:bodyPr/>
        <a:lstStyle/>
        <a:p>
          <a:endParaRPr lang="en-US"/>
        </a:p>
      </dgm:t>
    </dgm:pt>
    <dgm:pt modelId="{FE412437-DDE9-4C4D-BA4D-C2F30AB2DDA9}" type="pres">
      <dgm:prSet presAssocID="{97F9ADF1-87FC-4133-87AD-F035146111E6}" presName="spaceBetweenRectangles" presStyleCnt="0"/>
      <dgm:spPr/>
    </dgm:pt>
    <dgm:pt modelId="{8178ADA6-D9B0-4553-87F0-0C0FA863D16E}" type="pres">
      <dgm:prSet presAssocID="{926B895A-27FE-4A62-B82A-6F8D2C219F3C}" presName="parentLin" presStyleCnt="0"/>
      <dgm:spPr/>
    </dgm:pt>
    <dgm:pt modelId="{5A98FED3-7D66-454D-9F4D-39FB194D02EC}" type="pres">
      <dgm:prSet presAssocID="{926B895A-27FE-4A62-B82A-6F8D2C219F3C}" presName="parentLeftMargin" presStyleLbl="node1" presStyleIdx="1" presStyleCnt="3"/>
      <dgm:spPr/>
      <dgm:t>
        <a:bodyPr/>
        <a:lstStyle/>
        <a:p>
          <a:endParaRPr lang="en-US"/>
        </a:p>
      </dgm:t>
    </dgm:pt>
    <dgm:pt modelId="{9A2EA481-B64D-4801-A6EC-E273040779D7}" type="pres">
      <dgm:prSet presAssocID="{926B895A-27FE-4A62-B82A-6F8D2C219F3C}" presName="parentText" presStyleLbl="node1" presStyleIdx="2" presStyleCnt="3">
        <dgm:presLayoutVars>
          <dgm:chMax val="0"/>
          <dgm:bulletEnabled val="1"/>
        </dgm:presLayoutVars>
      </dgm:prSet>
      <dgm:spPr/>
      <dgm:t>
        <a:bodyPr/>
        <a:lstStyle/>
        <a:p>
          <a:endParaRPr lang="en-US"/>
        </a:p>
      </dgm:t>
    </dgm:pt>
    <dgm:pt modelId="{77534CE9-8CBD-4E56-9CC8-A0B9AC6F3588}" type="pres">
      <dgm:prSet presAssocID="{926B895A-27FE-4A62-B82A-6F8D2C219F3C}" presName="negativeSpace" presStyleCnt="0"/>
      <dgm:spPr/>
    </dgm:pt>
    <dgm:pt modelId="{59403CE9-8D70-48E8-BD1A-53BD3F6364EE}" type="pres">
      <dgm:prSet presAssocID="{926B895A-27FE-4A62-B82A-6F8D2C219F3C}" presName="childText" presStyleLbl="conFgAcc1" presStyleIdx="2" presStyleCnt="3">
        <dgm:presLayoutVars>
          <dgm:bulletEnabled val="1"/>
        </dgm:presLayoutVars>
      </dgm:prSet>
      <dgm:spPr/>
      <dgm:t>
        <a:bodyPr/>
        <a:lstStyle/>
        <a:p>
          <a:endParaRPr lang="en-US"/>
        </a:p>
      </dgm:t>
    </dgm:pt>
  </dgm:ptLst>
  <dgm:cxnLst>
    <dgm:cxn modelId="{7B0C605F-09BB-43F3-B826-A30F6AD03860}" type="presOf" srcId="{926B895A-27FE-4A62-B82A-6F8D2C219F3C}" destId="{5A98FED3-7D66-454D-9F4D-39FB194D02EC}" srcOrd="0" destOrd="0" presId="urn:microsoft.com/office/officeart/2005/8/layout/list1"/>
    <dgm:cxn modelId="{72ABE9E3-F1D6-45CE-9BA2-DE2DAB9BCC19}" type="presOf" srcId="{E167087A-15E3-4A7E-9183-D0A5860314AA}" destId="{59403CE9-8D70-48E8-BD1A-53BD3F6364EE}" srcOrd="0" destOrd="0" presId="urn:microsoft.com/office/officeart/2005/8/layout/list1"/>
    <dgm:cxn modelId="{09A7051D-32F5-4ED7-90A0-B2D66FCBF977}" srcId="{7A926BAC-8389-49C8-89DE-3DFFF03066CF}" destId="{04DC2731-D309-4459-BBF3-EAD9CD582885}" srcOrd="0" destOrd="0" parTransId="{E64B36FC-A3A2-4036-A901-585F2B118C61}" sibTransId="{E4D4973B-4C53-4205-9602-7A2777933712}"/>
    <dgm:cxn modelId="{009F19E8-0B69-4D9B-8990-58C4735E8995}" type="presOf" srcId="{04DC2731-D309-4459-BBF3-EAD9CD582885}" destId="{6F46DCFB-EF32-4099-9890-7B1D81525B6E}" srcOrd="0" destOrd="0" presId="urn:microsoft.com/office/officeart/2005/8/layout/list1"/>
    <dgm:cxn modelId="{A4FE30D4-F85B-4D8D-A95C-AFE10403130B}" srcId="{CB63120D-7BF6-48CD-B9B3-34D59598CCC6}" destId="{926B895A-27FE-4A62-B82A-6F8D2C219F3C}" srcOrd="2" destOrd="0" parTransId="{E0EB9E3F-6EA5-4B6B-B1F0-51C935D918AC}" sibTransId="{44FFB752-CAC7-4E77-8701-CD64F4B99D63}"/>
    <dgm:cxn modelId="{D4608A38-2B4D-4DBD-A303-24807DD3D1F6}" srcId="{926B895A-27FE-4A62-B82A-6F8D2C219F3C}" destId="{E167087A-15E3-4A7E-9183-D0A5860314AA}" srcOrd="0" destOrd="0" parTransId="{10340FE4-1EB8-4D6B-AE7E-C309BBE245F4}" sibTransId="{D9691050-A001-40F7-A59A-9AF44F08D22B}"/>
    <dgm:cxn modelId="{BE11BD65-9F22-4472-AE28-83441E24086E}" type="presOf" srcId="{7A926BAC-8389-49C8-89DE-3DFFF03066CF}" destId="{614ECDC1-29D5-4A42-9A16-A765A8AE21AA}" srcOrd="0" destOrd="0" presId="urn:microsoft.com/office/officeart/2005/8/layout/list1"/>
    <dgm:cxn modelId="{B47DDAE7-9C19-4021-A7B0-051ED9553BAA}" type="presOf" srcId="{926B895A-27FE-4A62-B82A-6F8D2C219F3C}" destId="{9A2EA481-B64D-4801-A6EC-E273040779D7}" srcOrd="1" destOrd="0" presId="urn:microsoft.com/office/officeart/2005/8/layout/list1"/>
    <dgm:cxn modelId="{DE6CF4ED-D8F8-4527-ADA3-379B0167A72D}" type="presOf" srcId="{7A926BAC-8389-49C8-89DE-3DFFF03066CF}" destId="{36E2BB9C-6020-4BB9-9137-89B79FB1BA8A}" srcOrd="1" destOrd="0" presId="urn:microsoft.com/office/officeart/2005/8/layout/list1"/>
    <dgm:cxn modelId="{479A6D10-128A-43F1-9D8B-BA55E1A21B23}" type="presOf" srcId="{D1E2D498-2CB6-4840-B7EE-541A50C0699D}" destId="{8C7C3790-A656-42BC-8553-25845A2A8EDE}" srcOrd="1" destOrd="0" presId="urn:microsoft.com/office/officeart/2005/8/layout/list1"/>
    <dgm:cxn modelId="{46B0A971-117D-4702-92F1-7A76071F005E}" type="presOf" srcId="{CB63120D-7BF6-48CD-B9B3-34D59598CCC6}" destId="{87BCFD55-3FFA-422D-9856-8C1F316FF01A}" srcOrd="0" destOrd="0" presId="urn:microsoft.com/office/officeart/2005/8/layout/list1"/>
    <dgm:cxn modelId="{B76CE0FA-431E-42A2-8797-1E748B6E7B50}" srcId="{D1E2D498-2CB6-4840-B7EE-541A50C0699D}" destId="{42C38778-3300-4523-9DC6-9444FEC6D706}" srcOrd="0" destOrd="0" parTransId="{FCF80EF4-C085-4F19-B653-448D26BAE928}" sibTransId="{FB38B373-AEC3-4908-B89F-33C7D71C7F57}"/>
    <dgm:cxn modelId="{30310A2B-42C9-4200-AC70-8DEC0EFB1AFB}" srcId="{926B895A-27FE-4A62-B82A-6F8D2C219F3C}" destId="{D77496E1-C6D3-44BF-BE3D-DC3D7D7022A7}" srcOrd="1" destOrd="0" parTransId="{A44E4BD8-A706-423B-A76C-7267FCF807C8}" sibTransId="{8F0D8DAA-F9FB-4BE4-977E-66090369D15D}"/>
    <dgm:cxn modelId="{46B4B9D0-7C51-46A2-BCE3-D32EF0507FA1}" srcId="{CB63120D-7BF6-48CD-B9B3-34D59598CCC6}" destId="{D1E2D498-2CB6-4840-B7EE-541A50C0699D}" srcOrd="0" destOrd="0" parTransId="{6B44078C-3843-4FA9-B9BF-FEE39703C122}" sibTransId="{4085D890-AD91-4962-8BF8-4D3EE2289C63}"/>
    <dgm:cxn modelId="{56A45972-D0DF-4C5E-B568-1A9AB09E8C79}" srcId="{CB63120D-7BF6-48CD-B9B3-34D59598CCC6}" destId="{7A926BAC-8389-49C8-89DE-3DFFF03066CF}" srcOrd="1" destOrd="0" parTransId="{B054F3CE-4133-428F-9E56-F0ABD8A88CCB}" sibTransId="{97F9ADF1-87FC-4133-87AD-F035146111E6}"/>
    <dgm:cxn modelId="{8D19CE6A-4F5E-4EB9-8DC8-5E434A3DE346}" type="presOf" srcId="{42C38778-3300-4523-9DC6-9444FEC6D706}" destId="{26D58DC6-2183-483F-869A-7971838699CF}" srcOrd="0" destOrd="0" presId="urn:microsoft.com/office/officeart/2005/8/layout/list1"/>
    <dgm:cxn modelId="{6EB140DF-DA7D-4B64-BA45-57105C5111F1}" type="presOf" srcId="{D77496E1-C6D3-44BF-BE3D-DC3D7D7022A7}" destId="{59403CE9-8D70-48E8-BD1A-53BD3F6364EE}" srcOrd="0" destOrd="1" presId="urn:microsoft.com/office/officeart/2005/8/layout/list1"/>
    <dgm:cxn modelId="{9B27750C-F201-49C9-B1A8-4170AA556957}" type="presOf" srcId="{D1E2D498-2CB6-4840-B7EE-541A50C0699D}" destId="{DB6F1D98-C364-44A5-986D-2CC1D0CA2B6B}" srcOrd="0" destOrd="0" presId="urn:microsoft.com/office/officeart/2005/8/layout/list1"/>
    <dgm:cxn modelId="{892374EE-43B6-435C-AA2F-748B4B0668A8}" type="presParOf" srcId="{87BCFD55-3FFA-422D-9856-8C1F316FF01A}" destId="{48B6D05F-46E8-4990-A941-6D002D5F3FAB}" srcOrd="0" destOrd="0" presId="urn:microsoft.com/office/officeart/2005/8/layout/list1"/>
    <dgm:cxn modelId="{B06E2F18-FAF7-4CD3-BCA1-B23392021EED}" type="presParOf" srcId="{48B6D05F-46E8-4990-A941-6D002D5F3FAB}" destId="{DB6F1D98-C364-44A5-986D-2CC1D0CA2B6B}" srcOrd="0" destOrd="0" presId="urn:microsoft.com/office/officeart/2005/8/layout/list1"/>
    <dgm:cxn modelId="{759B8FA3-CDE6-4705-AAD6-FC1B3B9F3601}" type="presParOf" srcId="{48B6D05F-46E8-4990-A941-6D002D5F3FAB}" destId="{8C7C3790-A656-42BC-8553-25845A2A8EDE}" srcOrd="1" destOrd="0" presId="urn:microsoft.com/office/officeart/2005/8/layout/list1"/>
    <dgm:cxn modelId="{D3981952-E87E-4431-B680-2271D009C312}" type="presParOf" srcId="{87BCFD55-3FFA-422D-9856-8C1F316FF01A}" destId="{C4A6B57E-396A-45D0-BD06-768DF1A7045F}" srcOrd="1" destOrd="0" presId="urn:microsoft.com/office/officeart/2005/8/layout/list1"/>
    <dgm:cxn modelId="{0B02C0A7-BABD-41B4-BFCF-4EDFF7FED592}" type="presParOf" srcId="{87BCFD55-3FFA-422D-9856-8C1F316FF01A}" destId="{26D58DC6-2183-483F-869A-7971838699CF}" srcOrd="2" destOrd="0" presId="urn:microsoft.com/office/officeart/2005/8/layout/list1"/>
    <dgm:cxn modelId="{64393F44-4E17-4221-9779-684F434EA0A3}" type="presParOf" srcId="{87BCFD55-3FFA-422D-9856-8C1F316FF01A}" destId="{65193532-3119-4019-9413-66429CCBD4B1}" srcOrd="3" destOrd="0" presId="urn:microsoft.com/office/officeart/2005/8/layout/list1"/>
    <dgm:cxn modelId="{FA1E68A2-5023-4779-9622-A1B7F1F8FE03}" type="presParOf" srcId="{87BCFD55-3FFA-422D-9856-8C1F316FF01A}" destId="{5BC4D26E-23AC-4BC2-914F-E63722B644DF}" srcOrd="4" destOrd="0" presId="urn:microsoft.com/office/officeart/2005/8/layout/list1"/>
    <dgm:cxn modelId="{BF0319A3-79FD-4DD8-9DAB-54E01ED715B8}" type="presParOf" srcId="{5BC4D26E-23AC-4BC2-914F-E63722B644DF}" destId="{614ECDC1-29D5-4A42-9A16-A765A8AE21AA}" srcOrd="0" destOrd="0" presId="urn:microsoft.com/office/officeart/2005/8/layout/list1"/>
    <dgm:cxn modelId="{E0CF5CED-45F4-491D-A90A-3B720A5664B6}" type="presParOf" srcId="{5BC4D26E-23AC-4BC2-914F-E63722B644DF}" destId="{36E2BB9C-6020-4BB9-9137-89B79FB1BA8A}" srcOrd="1" destOrd="0" presId="urn:microsoft.com/office/officeart/2005/8/layout/list1"/>
    <dgm:cxn modelId="{6AAD6D7A-DD56-4E49-A76D-A92FFAE8CF58}" type="presParOf" srcId="{87BCFD55-3FFA-422D-9856-8C1F316FF01A}" destId="{6685224E-ABD7-4684-ACD2-14A289786185}" srcOrd="5" destOrd="0" presId="urn:microsoft.com/office/officeart/2005/8/layout/list1"/>
    <dgm:cxn modelId="{36CCC8A2-8756-4764-A186-411D3A00B963}" type="presParOf" srcId="{87BCFD55-3FFA-422D-9856-8C1F316FF01A}" destId="{6F46DCFB-EF32-4099-9890-7B1D81525B6E}" srcOrd="6" destOrd="0" presId="urn:microsoft.com/office/officeart/2005/8/layout/list1"/>
    <dgm:cxn modelId="{C55C344D-9685-4D34-8ED7-6876927046DE}" type="presParOf" srcId="{87BCFD55-3FFA-422D-9856-8C1F316FF01A}" destId="{FE412437-DDE9-4C4D-BA4D-C2F30AB2DDA9}" srcOrd="7" destOrd="0" presId="urn:microsoft.com/office/officeart/2005/8/layout/list1"/>
    <dgm:cxn modelId="{48BAA4AB-11BE-40A9-A1B0-F79799FFC018}" type="presParOf" srcId="{87BCFD55-3FFA-422D-9856-8C1F316FF01A}" destId="{8178ADA6-D9B0-4553-87F0-0C0FA863D16E}" srcOrd="8" destOrd="0" presId="urn:microsoft.com/office/officeart/2005/8/layout/list1"/>
    <dgm:cxn modelId="{12626A72-2C2E-4C44-A0AE-858A4EF168E2}" type="presParOf" srcId="{8178ADA6-D9B0-4553-87F0-0C0FA863D16E}" destId="{5A98FED3-7D66-454D-9F4D-39FB194D02EC}" srcOrd="0" destOrd="0" presId="urn:microsoft.com/office/officeart/2005/8/layout/list1"/>
    <dgm:cxn modelId="{E9BF269A-11AA-4C57-BB1C-0208F12CD5BA}" type="presParOf" srcId="{8178ADA6-D9B0-4553-87F0-0C0FA863D16E}" destId="{9A2EA481-B64D-4801-A6EC-E273040779D7}" srcOrd="1" destOrd="0" presId="urn:microsoft.com/office/officeart/2005/8/layout/list1"/>
    <dgm:cxn modelId="{8447B9EE-5654-41F6-9CB8-01EDC898354D}" type="presParOf" srcId="{87BCFD55-3FFA-422D-9856-8C1F316FF01A}" destId="{77534CE9-8CBD-4E56-9CC8-A0B9AC6F3588}" srcOrd="9" destOrd="0" presId="urn:microsoft.com/office/officeart/2005/8/layout/list1"/>
    <dgm:cxn modelId="{5F517C3A-F818-472B-89C9-C53082B639B0}" type="presParOf" srcId="{87BCFD55-3FFA-422D-9856-8C1F316FF01A}" destId="{59403CE9-8D70-48E8-BD1A-53BD3F6364EE}"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98575A1-A326-4443-A571-14DFABC2523A}" type="doc">
      <dgm:prSet loTypeId="urn:microsoft.com/office/officeart/2005/8/layout/hList6" loCatId="list" qsTypeId="urn:microsoft.com/office/officeart/2005/8/quickstyle/simple4" qsCatId="simple" csTypeId="urn:microsoft.com/office/officeart/2005/8/colors/accent1_4" csCatId="accent1" phldr="1"/>
      <dgm:spPr/>
      <dgm:t>
        <a:bodyPr/>
        <a:lstStyle/>
        <a:p>
          <a:endParaRPr lang="en-US"/>
        </a:p>
      </dgm:t>
    </dgm:pt>
    <dgm:pt modelId="{84AD2015-D875-4CFF-A50B-FFD4255D44A0}">
      <dgm:prSet phldrT="[Text]"/>
      <dgm:spPr/>
      <dgm:t>
        <a:bodyPr/>
        <a:lstStyle/>
        <a:p>
          <a:r>
            <a:rPr lang="en-US" dirty="0"/>
            <a:t>Medical Session Management</a:t>
          </a:r>
        </a:p>
      </dgm:t>
    </dgm:pt>
    <dgm:pt modelId="{3386BD58-FDE6-44AE-8BB9-267EA653E00C}" type="parTrans" cxnId="{52DD9647-B510-48F3-9B6F-8CE45919993F}">
      <dgm:prSet/>
      <dgm:spPr/>
      <dgm:t>
        <a:bodyPr/>
        <a:lstStyle/>
        <a:p>
          <a:endParaRPr lang="en-US"/>
        </a:p>
      </dgm:t>
    </dgm:pt>
    <dgm:pt modelId="{33F23CAB-4247-4F31-B6B6-39A67ABC6C08}" type="sibTrans" cxnId="{52DD9647-B510-48F3-9B6F-8CE45919993F}">
      <dgm:prSet/>
      <dgm:spPr/>
      <dgm:t>
        <a:bodyPr/>
        <a:lstStyle/>
        <a:p>
          <a:endParaRPr lang="en-US"/>
        </a:p>
      </dgm:t>
    </dgm:pt>
    <dgm:pt modelId="{8AFF2C91-2435-467F-8C5B-0BA339A3F914}">
      <dgm:prSet phldrT="[Text]"/>
      <dgm:spPr/>
      <dgm:t>
        <a:bodyPr/>
        <a:lstStyle/>
        <a:p>
          <a:r>
            <a:rPr lang="en-US" dirty="0"/>
            <a:t>Tracking and management of sessions</a:t>
          </a:r>
        </a:p>
      </dgm:t>
    </dgm:pt>
    <dgm:pt modelId="{C5D4DD48-1284-4F35-A9D0-B58817BF8475}" type="parTrans" cxnId="{DA51EB37-B061-405E-9942-9C4A79D7C91F}">
      <dgm:prSet/>
      <dgm:spPr/>
      <dgm:t>
        <a:bodyPr/>
        <a:lstStyle/>
        <a:p>
          <a:endParaRPr lang="en-US"/>
        </a:p>
      </dgm:t>
    </dgm:pt>
    <dgm:pt modelId="{48FF3535-42BE-4DCE-8C39-879303EC8FBA}" type="sibTrans" cxnId="{DA51EB37-B061-405E-9942-9C4A79D7C91F}">
      <dgm:prSet/>
      <dgm:spPr/>
      <dgm:t>
        <a:bodyPr/>
        <a:lstStyle/>
        <a:p>
          <a:endParaRPr lang="en-US"/>
        </a:p>
      </dgm:t>
    </dgm:pt>
    <dgm:pt modelId="{6643E80D-168E-4399-8D8D-09F310442F55}">
      <dgm:prSet phldrT="[Text]"/>
      <dgm:spPr/>
      <dgm:t>
        <a:bodyPr/>
        <a:lstStyle/>
        <a:p>
          <a:r>
            <a:rPr lang="en-US" dirty="0"/>
            <a:t>Progress Report</a:t>
          </a:r>
        </a:p>
      </dgm:t>
    </dgm:pt>
    <dgm:pt modelId="{40EF8987-9DF8-40A0-9090-A5626C80CC2D}" type="parTrans" cxnId="{CBD94BEA-34D3-478C-957B-B59D87B7CA3B}">
      <dgm:prSet/>
      <dgm:spPr/>
      <dgm:t>
        <a:bodyPr/>
        <a:lstStyle/>
        <a:p>
          <a:endParaRPr lang="en-US"/>
        </a:p>
      </dgm:t>
    </dgm:pt>
    <dgm:pt modelId="{A0A59B52-BF92-4657-8DF2-0AF52313FA97}" type="sibTrans" cxnId="{CBD94BEA-34D3-478C-957B-B59D87B7CA3B}">
      <dgm:prSet/>
      <dgm:spPr/>
      <dgm:t>
        <a:bodyPr/>
        <a:lstStyle/>
        <a:p>
          <a:endParaRPr lang="en-US"/>
        </a:p>
      </dgm:t>
    </dgm:pt>
    <dgm:pt modelId="{2E25C6B3-A34C-4CD5-A562-0E719187F358}">
      <dgm:prSet phldrT="[Text]"/>
      <dgm:spPr/>
      <dgm:t>
        <a:bodyPr/>
        <a:lstStyle/>
        <a:p>
          <a:r>
            <a:rPr lang="en-US" dirty="0"/>
            <a:t>Authentication and Security</a:t>
          </a:r>
        </a:p>
      </dgm:t>
    </dgm:pt>
    <dgm:pt modelId="{53905B9C-86C5-452D-90D0-C90F08857554}" type="parTrans" cxnId="{DD3078A8-56FE-47C4-9CFE-85A0F6F02901}">
      <dgm:prSet/>
      <dgm:spPr/>
      <dgm:t>
        <a:bodyPr/>
        <a:lstStyle/>
        <a:p>
          <a:endParaRPr lang="en-US"/>
        </a:p>
      </dgm:t>
    </dgm:pt>
    <dgm:pt modelId="{5BEC5FCA-E063-48BB-B2AE-2C5EC652624F}" type="sibTrans" cxnId="{DD3078A8-56FE-47C4-9CFE-85A0F6F02901}">
      <dgm:prSet/>
      <dgm:spPr/>
      <dgm:t>
        <a:bodyPr/>
        <a:lstStyle/>
        <a:p>
          <a:endParaRPr lang="en-US"/>
        </a:p>
      </dgm:t>
    </dgm:pt>
    <dgm:pt modelId="{CAFC602D-BB82-49EE-9309-9E78E188888A}">
      <dgm:prSet phldrT="[Text]"/>
      <dgm:spPr/>
      <dgm:t>
        <a:bodyPr/>
        <a:lstStyle/>
        <a:p>
          <a:r>
            <a:rPr lang="en-US" dirty="0"/>
            <a:t>Mental health discussions are very personal to user. </a:t>
          </a:r>
        </a:p>
      </dgm:t>
    </dgm:pt>
    <dgm:pt modelId="{99C34DDF-C232-441C-9EE3-A918AB22FFA5}" type="parTrans" cxnId="{3AAE66A1-B90D-452F-893A-886060FFF2AE}">
      <dgm:prSet/>
      <dgm:spPr/>
      <dgm:t>
        <a:bodyPr/>
        <a:lstStyle/>
        <a:p>
          <a:endParaRPr lang="en-US"/>
        </a:p>
      </dgm:t>
    </dgm:pt>
    <dgm:pt modelId="{CF599CB2-F19C-4744-BB6E-A855E410F2EA}" type="sibTrans" cxnId="{3AAE66A1-B90D-452F-893A-886060FFF2AE}">
      <dgm:prSet/>
      <dgm:spPr/>
      <dgm:t>
        <a:bodyPr/>
        <a:lstStyle/>
        <a:p>
          <a:endParaRPr lang="en-US"/>
        </a:p>
      </dgm:t>
    </dgm:pt>
    <dgm:pt modelId="{CFD48904-355D-41D7-A8AF-DF24790DE2C7}">
      <dgm:prSet phldrT="[Text]"/>
      <dgm:spPr/>
      <dgm:t>
        <a:bodyPr/>
        <a:lstStyle/>
        <a:p>
          <a:r>
            <a:rPr lang="en-US" dirty="0"/>
            <a:t>Session data must be accessible only to related user.</a:t>
          </a:r>
        </a:p>
      </dgm:t>
    </dgm:pt>
    <dgm:pt modelId="{7A708830-CA58-40AD-8B18-9C63582AF0B1}" type="parTrans" cxnId="{A27DC7AD-FDD5-4BDD-BC15-9E2931108647}">
      <dgm:prSet/>
      <dgm:spPr/>
      <dgm:t>
        <a:bodyPr/>
        <a:lstStyle/>
        <a:p>
          <a:endParaRPr lang="en-US"/>
        </a:p>
      </dgm:t>
    </dgm:pt>
    <dgm:pt modelId="{0158122F-E2B7-4B8C-B508-635A20159CAE}" type="sibTrans" cxnId="{A27DC7AD-FDD5-4BDD-BC15-9E2931108647}">
      <dgm:prSet/>
      <dgm:spPr/>
      <dgm:t>
        <a:bodyPr/>
        <a:lstStyle/>
        <a:p>
          <a:endParaRPr lang="en-US"/>
        </a:p>
      </dgm:t>
    </dgm:pt>
    <dgm:pt modelId="{BDF27B77-E1A0-4755-8045-19DA638E8331}">
      <dgm:prSet phldrT="[Text]"/>
      <dgm:spPr/>
      <dgm:t>
        <a:bodyPr/>
        <a:lstStyle/>
        <a:p>
          <a:r>
            <a:rPr lang="en-US" dirty="0"/>
            <a:t>Chat Feature</a:t>
          </a:r>
        </a:p>
      </dgm:t>
    </dgm:pt>
    <dgm:pt modelId="{333FE686-FA20-43FD-9507-FDC42784AA44}" type="parTrans" cxnId="{632000CA-0643-4F5D-BA85-736B70F4F4FB}">
      <dgm:prSet/>
      <dgm:spPr/>
      <dgm:t>
        <a:bodyPr/>
        <a:lstStyle/>
        <a:p>
          <a:endParaRPr lang="en-US"/>
        </a:p>
      </dgm:t>
    </dgm:pt>
    <dgm:pt modelId="{47652C0B-2207-4981-B66B-B31AB65DADB2}" type="sibTrans" cxnId="{632000CA-0643-4F5D-BA85-736B70F4F4FB}">
      <dgm:prSet/>
      <dgm:spPr/>
      <dgm:t>
        <a:bodyPr/>
        <a:lstStyle/>
        <a:p>
          <a:endParaRPr lang="en-US"/>
        </a:p>
      </dgm:t>
    </dgm:pt>
    <dgm:pt modelId="{CBFAE109-3262-4975-B29F-9A6383FFA0C6}">
      <dgm:prSet phldrT="[Text]"/>
      <dgm:spPr/>
      <dgm:t>
        <a:bodyPr/>
        <a:lstStyle/>
        <a:p>
          <a:r>
            <a:rPr lang="en-US" dirty="0"/>
            <a:t>Sentiment Analysis</a:t>
          </a:r>
        </a:p>
      </dgm:t>
    </dgm:pt>
    <dgm:pt modelId="{34A4A79D-75BE-43FC-933A-92FA12CFEFFD}" type="parTrans" cxnId="{BA2274EA-306E-4C03-9FC7-0192F29DC4C7}">
      <dgm:prSet/>
      <dgm:spPr/>
      <dgm:t>
        <a:bodyPr/>
        <a:lstStyle/>
        <a:p>
          <a:endParaRPr lang="en-US"/>
        </a:p>
      </dgm:t>
    </dgm:pt>
    <dgm:pt modelId="{7C719878-839B-444E-9CBA-A72FB56980AC}" type="sibTrans" cxnId="{BA2274EA-306E-4C03-9FC7-0192F29DC4C7}">
      <dgm:prSet/>
      <dgm:spPr/>
      <dgm:t>
        <a:bodyPr/>
        <a:lstStyle/>
        <a:p>
          <a:endParaRPr lang="en-US"/>
        </a:p>
      </dgm:t>
    </dgm:pt>
    <dgm:pt modelId="{E0C12C5D-D60B-47E1-9064-05384E81191E}">
      <dgm:prSet phldrT="[Text]"/>
      <dgm:spPr/>
      <dgm:t>
        <a:bodyPr/>
        <a:lstStyle/>
        <a:p>
          <a:r>
            <a:rPr lang="en-US" dirty="0"/>
            <a:t>Emotion Detection</a:t>
          </a:r>
        </a:p>
      </dgm:t>
    </dgm:pt>
    <dgm:pt modelId="{123EFC8C-853C-4FD0-80D3-1A41C30F6EB8}" type="parTrans" cxnId="{A1F18BA1-121A-4C19-ABD2-8B3472D4004D}">
      <dgm:prSet/>
      <dgm:spPr/>
      <dgm:t>
        <a:bodyPr/>
        <a:lstStyle/>
        <a:p>
          <a:endParaRPr lang="en-US"/>
        </a:p>
      </dgm:t>
    </dgm:pt>
    <dgm:pt modelId="{9EB1995E-D51A-4225-86A5-7B22F450E4D7}" type="sibTrans" cxnId="{A1F18BA1-121A-4C19-ABD2-8B3472D4004D}">
      <dgm:prSet/>
      <dgm:spPr/>
      <dgm:t>
        <a:bodyPr/>
        <a:lstStyle/>
        <a:p>
          <a:endParaRPr lang="en-US"/>
        </a:p>
      </dgm:t>
    </dgm:pt>
    <dgm:pt modelId="{EF9948A3-6461-44E9-BA83-488870003F59}">
      <dgm:prSet phldrT="[Text]"/>
      <dgm:spPr/>
      <dgm:t>
        <a:bodyPr/>
        <a:lstStyle/>
        <a:p>
          <a:r>
            <a:rPr lang="en-US" dirty="0"/>
            <a:t>Real-time consultant availability </a:t>
          </a:r>
        </a:p>
      </dgm:t>
    </dgm:pt>
    <dgm:pt modelId="{01D05F3C-FF29-4BCB-B06B-523839376BC4}" type="parTrans" cxnId="{6186A164-B9CE-4EA3-845E-ABD8745C4FC7}">
      <dgm:prSet/>
      <dgm:spPr/>
      <dgm:t>
        <a:bodyPr/>
        <a:lstStyle/>
        <a:p>
          <a:endParaRPr lang="en-US"/>
        </a:p>
      </dgm:t>
    </dgm:pt>
    <dgm:pt modelId="{DB358489-F04C-4F70-9A7D-B07E05D7D61B}" type="sibTrans" cxnId="{6186A164-B9CE-4EA3-845E-ABD8745C4FC7}">
      <dgm:prSet/>
      <dgm:spPr/>
      <dgm:t>
        <a:bodyPr/>
        <a:lstStyle/>
        <a:p>
          <a:endParaRPr lang="en-US"/>
        </a:p>
      </dgm:t>
    </dgm:pt>
    <dgm:pt modelId="{26E3F3F6-B247-44D7-B627-7836B6206CB6}">
      <dgm:prSet phldrT="[Text]"/>
      <dgm:spPr/>
      <dgm:t>
        <a:bodyPr/>
        <a:lstStyle/>
        <a:p>
          <a:r>
            <a:rPr lang="en-US" dirty="0"/>
            <a:t>History management</a:t>
          </a:r>
        </a:p>
      </dgm:t>
    </dgm:pt>
    <dgm:pt modelId="{7AEDCFFF-D6CA-45B6-8D86-2C9CC54EB49A}" type="parTrans" cxnId="{0372215D-C6AD-4B27-BE08-4A62806446C5}">
      <dgm:prSet/>
      <dgm:spPr/>
      <dgm:t>
        <a:bodyPr/>
        <a:lstStyle/>
        <a:p>
          <a:endParaRPr lang="en-US"/>
        </a:p>
      </dgm:t>
    </dgm:pt>
    <dgm:pt modelId="{FC64B84F-2AB9-4694-9DA8-85FFCD0C2313}" type="sibTrans" cxnId="{0372215D-C6AD-4B27-BE08-4A62806446C5}">
      <dgm:prSet/>
      <dgm:spPr/>
      <dgm:t>
        <a:bodyPr/>
        <a:lstStyle/>
        <a:p>
          <a:endParaRPr lang="en-US"/>
        </a:p>
      </dgm:t>
    </dgm:pt>
    <dgm:pt modelId="{992146DE-995D-4EA9-89F8-30CFB53B319F}">
      <dgm:prSet phldrT="[Text]"/>
      <dgm:spPr/>
      <dgm:t>
        <a:bodyPr/>
        <a:lstStyle/>
        <a:p>
          <a:r>
            <a:rPr lang="en-US" dirty="0"/>
            <a:t>Downloadable Session for User</a:t>
          </a:r>
        </a:p>
      </dgm:t>
    </dgm:pt>
    <dgm:pt modelId="{35A2E437-54B9-4BE0-BA16-05E477E99614}" type="parTrans" cxnId="{C8E547A9-0BFB-4C8F-B282-48BC1627F91B}">
      <dgm:prSet/>
      <dgm:spPr/>
      <dgm:t>
        <a:bodyPr/>
        <a:lstStyle/>
        <a:p>
          <a:endParaRPr lang="en-US"/>
        </a:p>
      </dgm:t>
    </dgm:pt>
    <dgm:pt modelId="{442933E7-468A-424D-830A-03F6A3888D0D}" type="sibTrans" cxnId="{C8E547A9-0BFB-4C8F-B282-48BC1627F91B}">
      <dgm:prSet/>
      <dgm:spPr/>
      <dgm:t>
        <a:bodyPr/>
        <a:lstStyle/>
        <a:p>
          <a:endParaRPr lang="en-US"/>
        </a:p>
      </dgm:t>
    </dgm:pt>
    <dgm:pt modelId="{25E69FAF-6D1E-49F8-9F01-E774D276B270}">
      <dgm:prSet phldrT="[Text]"/>
      <dgm:spPr/>
      <dgm:t>
        <a:bodyPr/>
        <a:lstStyle/>
        <a:p>
          <a:r>
            <a:rPr lang="en-US" dirty="0"/>
            <a:t>Mental health progress chart showcasing milestones</a:t>
          </a:r>
        </a:p>
      </dgm:t>
    </dgm:pt>
    <dgm:pt modelId="{D8993606-95BD-4BE3-AD11-023DBCC8C5A6}" type="parTrans" cxnId="{C1F00BE5-9E97-4E5A-B9A3-3B9A85F55C7B}">
      <dgm:prSet/>
      <dgm:spPr/>
      <dgm:t>
        <a:bodyPr/>
        <a:lstStyle/>
        <a:p>
          <a:endParaRPr lang="en-US"/>
        </a:p>
      </dgm:t>
    </dgm:pt>
    <dgm:pt modelId="{BA8DD94C-E9FB-4FDB-B8E5-80EB6DCC817F}" type="sibTrans" cxnId="{C1F00BE5-9E97-4E5A-B9A3-3B9A85F55C7B}">
      <dgm:prSet/>
      <dgm:spPr/>
      <dgm:t>
        <a:bodyPr/>
        <a:lstStyle/>
        <a:p>
          <a:endParaRPr lang="en-US"/>
        </a:p>
      </dgm:t>
    </dgm:pt>
    <dgm:pt modelId="{49D5D9CF-9EF8-46DA-91E2-20F2A1DA36BB}">
      <dgm:prSet phldrT="[Text]"/>
      <dgm:spPr/>
      <dgm:t>
        <a:bodyPr/>
        <a:lstStyle/>
        <a:p>
          <a:r>
            <a:rPr lang="en-US" dirty="0"/>
            <a:t>Analytical Score</a:t>
          </a:r>
        </a:p>
      </dgm:t>
    </dgm:pt>
    <dgm:pt modelId="{43BE2375-356B-4C7D-8D52-435891AE6183}" type="parTrans" cxnId="{BDBA56C6-28DF-402C-B6AF-DD7C92D453BC}">
      <dgm:prSet/>
      <dgm:spPr/>
      <dgm:t>
        <a:bodyPr/>
        <a:lstStyle/>
        <a:p>
          <a:endParaRPr lang="en-US"/>
        </a:p>
      </dgm:t>
    </dgm:pt>
    <dgm:pt modelId="{6F135B9D-F9FF-4486-B01A-7123DFD96FB7}" type="sibTrans" cxnId="{BDBA56C6-28DF-402C-B6AF-DD7C92D453BC}">
      <dgm:prSet/>
      <dgm:spPr/>
      <dgm:t>
        <a:bodyPr/>
        <a:lstStyle/>
        <a:p>
          <a:endParaRPr lang="en-US"/>
        </a:p>
      </dgm:t>
    </dgm:pt>
    <dgm:pt modelId="{68E53140-655C-43A6-8A6B-0E44595F308A}">
      <dgm:prSet phldrT="[Text]"/>
      <dgm:spPr/>
      <dgm:t>
        <a:bodyPr/>
        <a:lstStyle/>
        <a:p>
          <a:r>
            <a:rPr lang="en-US" dirty="0"/>
            <a:t>Summary</a:t>
          </a:r>
        </a:p>
      </dgm:t>
    </dgm:pt>
    <dgm:pt modelId="{511AE709-5654-4243-8FE0-639B20B53D6F}" type="parTrans" cxnId="{F54249E9-0DCE-4E66-AB7D-6185B7EC2AF3}">
      <dgm:prSet/>
      <dgm:spPr/>
      <dgm:t>
        <a:bodyPr/>
        <a:lstStyle/>
        <a:p>
          <a:endParaRPr lang="en-US"/>
        </a:p>
      </dgm:t>
    </dgm:pt>
    <dgm:pt modelId="{9AE0B411-59F5-4332-8154-792D746F39EE}" type="sibTrans" cxnId="{F54249E9-0DCE-4E66-AB7D-6185B7EC2AF3}">
      <dgm:prSet/>
      <dgm:spPr/>
      <dgm:t>
        <a:bodyPr/>
        <a:lstStyle/>
        <a:p>
          <a:endParaRPr lang="en-US"/>
        </a:p>
      </dgm:t>
    </dgm:pt>
    <dgm:pt modelId="{2252D707-8ABD-43E7-B1CE-4AEF558F037C}">
      <dgm:prSet phldrT="[Text]"/>
      <dgm:spPr/>
      <dgm:t>
        <a:bodyPr/>
        <a:lstStyle/>
        <a:p>
          <a:r>
            <a:rPr lang="en-US" dirty="0"/>
            <a:t>Score</a:t>
          </a:r>
        </a:p>
      </dgm:t>
    </dgm:pt>
    <dgm:pt modelId="{37D1325B-D23F-4B26-8366-A3084FAA4C79}" type="parTrans" cxnId="{5CEA32DD-0020-425E-870C-12C5AA080602}">
      <dgm:prSet/>
      <dgm:spPr/>
      <dgm:t>
        <a:bodyPr/>
        <a:lstStyle/>
        <a:p>
          <a:endParaRPr lang="en-US"/>
        </a:p>
      </dgm:t>
    </dgm:pt>
    <dgm:pt modelId="{D2427FC5-DFA7-48C9-A72A-0E4D0AD756A9}" type="sibTrans" cxnId="{5CEA32DD-0020-425E-870C-12C5AA080602}">
      <dgm:prSet/>
      <dgm:spPr/>
      <dgm:t>
        <a:bodyPr/>
        <a:lstStyle/>
        <a:p>
          <a:endParaRPr lang="en-US"/>
        </a:p>
      </dgm:t>
    </dgm:pt>
    <dgm:pt modelId="{5CA23765-5E1D-40D0-A365-B2D9088F6AC0}">
      <dgm:prSet phldrT="[Text]"/>
      <dgm:spPr/>
      <dgm:t>
        <a:bodyPr/>
        <a:lstStyle/>
        <a:p>
          <a:r>
            <a:rPr lang="en-US" dirty="0"/>
            <a:t>Insights</a:t>
          </a:r>
        </a:p>
      </dgm:t>
    </dgm:pt>
    <dgm:pt modelId="{D3C8D3F7-2436-4F07-84AA-27823B105804}" type="parTrans" cxnId="{3703B9C1-9B27-413E-B791-AB7B8930CEDC}">
      <dgm:prSet/>
      <dgm:spPr/>
      <dgm:t>
        <a:bodyPr/>
        <a:lstStyle/>
        <a:p>
          <a:endParaRPr lang="en-US"/>
        </a:p>
      </dgm:t>
    </dgm:pt>
    <dgm:pt modelId="{CE68C991-1506-4019-AFA2-EFEC4B49EE56}" type="sibTrans" cxnId="{3703B9C1-9B27-413E-B791-AB7B8930CEDC}">
      <dgm:prSet/>
      <dgm:spPr/>
      <dgm:t>
        <a:bodyPr/>
        <a:lstStyle/>
        <a:p>
          <a:endParaRPr lang="en-US"/>
        </a:p>
      </dgm:t>
    </dgm:pt>
    <dgm:pt modelId="{F4B176A1-ACA8-4E29-B81A-7F1800BFDC0A}">
      <dgm:prSet phldrT="[Text]"/>
      <dgm:spPr/>
      <dgm:t>
        <a:bodyPr/>
        <a:lstStyle/>
        <a:p>
          <a:r>
            <a:rPr lang="en-US" dirty="0"/>
            <a:t>Row-level security management</a:t>
          </a:r>
        </a:p>
      </dgm:t>
    </dgm:pt>
    <dgm:pt modelId="{45099970-8E2B-4941-A9DD-ED638E99CACC}" type="parTrans" cxnId="{754F7C69-2726-4ACE-A4DB-038945BEEA30}">
      <dgm:prSet/>
      <dgm:spPr/>
      <dgm:t>
        <a:bodyPr/>
        <a:lstStyle/>
        <a:p>
          <a:endParaRPr lang="en-US"/>
        </a:p>
      </dgm:t>
    </dgm:pt>
    <dgm:pt modelId="{4C23BFDF-FD43-4CD0-85D0-D016ADE19A69}" type="sibTrans" cxnId="{754F7C69-2726-4ACE-A4DB-038945BEEA30}">
      <dgm:prSet/>
      <dgm:spPr/>
      <dgm:t>
        <a:bodyPr/>
        <a:lstStyle/>
        <a:p>
          <a:endParaRPr lang="en-US"/>
        </a:p>
      </dgm:t>
    </dgm:pt>
    <dgm:pt modelId="{C23830AB-2C91-4B44-BA4D-40D3DB99DCE6}" type="pres">
      <dgm:prSet presAssocID="{C98575A1-A326-4443-A571-14DFABC2523A}" presName="Name0" presStyleCnt="0">
        <dgm:presLayoutVars>
          <dgm:dir/>
          <dgm:resizeHandles val="exact"/>
        </dgm:presLayoutVars>
      </dgm:prSet>
      <dgm:spPr/>
      <dgm:t>
        <a:bodyPr/>
        <a:lstStyle/>
        <a:p>
          <a:endParaRPr lang="en-US"/>
        </a:p>
      </dgm:t>
    </dgm:pt>
    <dgm:pt modelId="{071DA291-C53F-4A3F-8C2C-231F2A3998A1}" type="pres">
      <dgm:prSet presAssocID="{BDF27B77-E1A0-4755-8045-19DA638E8331}" presName="node" presStyleLbl="node1" presStyleIdx="0" presStyleCnt="4">
        <dgm:presLayoutVars>
          <dgm:bulletEnabled val="1"/>
        </dgm:presLayoutVars>
      </dgm:prSet>
      <dgm:spPr/>
      <dgm:t>
        <a:bodyPr/>
        <a:lstStyle/>
        <a:p>
          <a:endParaRPr lang="en-US"/>
        </a:p>
      </dgm:t>
    </dgm:pt>
    <dgm:pt modelId="{9D0B0BD7-44E3-46D1-B5F8-E2EDF12465EC}" type="pres">
      <dgm:prSet presAssocID="{47652C0B-2207-4981-B66B-B31AB65DADB2}" presName="sibTrans" presStyleCnt="0"/>
      <dgm:spPr/>
    </dgm:pt>
    <dgm:pt modelId="{8D487648-4F7C-47C0-9AEC-86832A916375}" type="pres">
      <dgm:prSet presAssocID="{84AD2015-D875-4CFF-A50B-FFD4255D44A0}" presName="node" presStyleLbl="node1" presStyleIdx="1" presStyleCnt="4">
        <dgm:presLayoutVars>
          <dgm:bulletEnabled val="1"/>
        </dgm:presLayoutVars>
      </dgm:prSet>
      <dgm:spPr/>
      <dgm:t>
        <a:bodyPr/>
        <a:lstStyle/>
        <a:p>
          <a:endParaRPr lang="en-US"/>
        </a:p>
      </dgm:t>
    </dgm:pt>
    <dgm:pt modelId="{8B4F2034-FFB1-43D3-B34C-3B1D89228829}" type="pres">
      <dgm:prSet presAssocID="{33F23CAB-4247-4F31-B6B6-39A67ABC6C08}" presName="sibTrans" presStyleCnt="0"/>
      <dgm:spPr/>
    </dgm:pt>
    <dgm:pt modelId="{76E71152-2A7B-4BF8-9D07-C12991EED8A9}" type="pres">
      <dgm:prSet presAssocID="{6643E80D-168E-4399-8D8D-09F310442F55}" presName="node" presStyleLbl="node1" presStyleIdx="2" presStyleCnt="4">
        <dgm:presLayoutVars>
          <dgm:bulletEnabled val="1"/>
        </dgm:presLayoutVars>
      </dgm:prSet>
      <dgm:spPr/>
      <dgm:t>
        <a:bodyPr/>
        <a:lstStyle/>
        <a:p>
          <a:endParaRPr lang="en-US"/>
        </a:p>
      </dgm:t>
    </dgm:pt>
    <dgm:pt modelId="{4C233211-37FB-483A-937A-2B5E9AD79424}" type="pres">
      <dgm:prSet presAssocID="{A0A59B52-BF92-4657-8DF2-0AF52313FA97}" presName="sibTrans" presStyleCnt="0"/>
      <dgm:spPr/>
    </dgm:pt>
    <dgm:pt modelId="{E69E4503-5D1A-4610-81F2-1F5C59E5AEEF}" type="pres">
      <dgm:prSet presAssocID="{2E25C6B3-A34C-4CD5-A562-0E719187F358}" presName="node" presStyleLbl="node1" presStyleIdx="3" presStyleCnt="4">
        <dgm:presLayoutVars>
          <dgm:bulletEnabled val="1"/>
        </dgm:presLayoutVars>
      </dgm:prSet>
      <dgm:spPr/>
      <dgm:t>
        <a:bodyPr/>
        <a:lstStyle/>
        <a:p>
          <a:endParaRPr lang="en-US"/>
        </a:p>
      </dgm:t>
    </dgm:pt>
  </dgm:ptLst>
  <dgm:cxnLst>
    <dgm:cxn modelId="{632000CA-0643-4F5D-BA85-736B70F4F4FB}" srcId="{C98575A1-A326-4443-A571-14DFABC2523A}" destId="{BDF27B77-E1A0-4755-8045-19DA638E8331}" srcOrd="0" destOrd="0" parTransId="{333FE686-FA20-43FD-9507-FDC42784AA44}" sibTransId="{47652C0B-2207-4981-B66B-B31AB65DADB2}"/>
    <dgm:cxn modelId="{5C7B2EAF-F92B-486A-82C1-ECFD52C68730}" type="presOf" srcId="{6643E80D-168E-4399-8D8D-09F310442F55}" destId="{76E71152-2A7B-4BF8-9D07-C12991EED8A9}" srcOrd="0" destOrd="0" presId="urn:microsoft.com/office/officeart/2005/8/layout/hList6"/>
    <dgm:cxn modelId="{EAF7AE5B-CB6A-423F-84A8-97C8D9699FAF}" type="presOf" srcId="{EF9948A3-6461-44E9-BA83-488870003F59}" destId="{071DA291-C53F-4A3F-8C2C-231F2A3998A1}" srcOrd="0" destOrd="3" presId="urn:microsoft.com/office/officeart/2005/8/layout/hList6"/>
    <dgm:cxn modelId="{60213221-A832-4BF3-8210-FD8D1F298728}" type="presOf" srcId="{992146DE-995D-4EA9-89F8-30CFB53B319F}" destId="{8D487648-4F7C-47C0-9AEC-86832A916375}" srcOrd="0" destOrd="3" presId="urn:microsoft.com/office/officeart/2005/8/layout/hList6"/>
    <dgm:cxn modelId="{CBD94BEA-34D3-478C-957B-B59D87B7CA3B}" srcId="{C98575A1-A326-4443-A571-14DFABC2523A}" destId="{6643E80D-168E-4399-8D8D-09F310442F55}" srcOrd="2" destOrd="0" parTransId="{40EF8987-9DF8-40A0-9090-A5626C80CC2D}" sibTransId="{A0A59B52-BF92-4657-8DF2-0AF52313FA97}"/>
    <dgm:cxn modelId="{0372215D-C6AD-4B27-BE08-4A62806446C5}" srcId="{84AD2015-D875-4CFF-A50B-FFD4255D44A0}" destId="{26E3F3F6-B247-44D7-B627-7836B6206CB6}" srcOrd="1" destOrd="0" parTransId="{7AEDCFFF-D6CA-45B6-8D86-2C9CC54EB49A}" sibTransId="{FC64B84F-2AB9-4694-9DA8-85FFCD0C2313}"/>
    <dgm:cxn modelId="{6186A164-B9CE-4EA3-845E-ABD8745C4FC7}" srcId="{BDF27B77-E1A0-4755-8045-19DA638E8331}" destId="{EF9948A3-6461-44E9-BA83-488870003F59}" srcOrd="2" destOrd="0" parTransId="{01D05F3C-FF29-4BCB-B06B-523839376BC4}" sibTransId="{DB358489-F04C-4F70-9A7D-B07E05D7D61B}"/>
    <dgm:cxn modelId="{C8E547A9-0BFB-4C8F-B282-48BC1627F91B}" srcId="{84AD2015-D875-4CFF-A50B-FFD4255D44A0}" destId="{992146DE-995D-4EA9-89F8-30CFB53B319F}" srcOrd="2" destOrd="0" parTransId="{35A2E437-54B9-4BE0-BA16-05E477E99614}" sibTransId="{442933E7-468A-424D-830A-03F6A3888D0D}"/>
    <dgm:cxn modelId="{A1F18BA1-121A-4C19-ABD2-8B3472D4004D}" srcId="{BDF27B77-E1A0-4755-8045-19DA638E8331}" destId="{E0C12C5D-D60B-47E1-9064-05384E81191E}" srcOrd="1" destOrd="0" parTransId="{123EFC8C-853C-4FD0-80D3-1A41C30F6EB8}" sibTransId="{9EB1995E-D51A-4225-86A5-7B22F450E4D7}"/>
    <dgm:cxn modelId="{A27DC7AD-FDD5-4BDD-BC15-9E2931108647}" srcId="{2E25C6B3-A34C-4CD5-A562-0E719187F358}" destId="{CFD48904-355D-41D7-A8AF-DF24790DE2C7}" srcOrd="1" destOrd="0" parTransId="{7A708830-CA58-40AD-8B18-9C63582AF0B1}" sibTransId="{0158122F-E2B7-4B8C-B508-635A20159CAE}"/>
    <dgm:cxn modelId="{BDC1112C-AE2D-4DA2-BB01-EEE53CE8CB86}" type="presOf" srcId="{2252D707-8ABD-43E7-B1CE-4AEF558F037C}" destId="{76E71152-2A7B-4BF8-9D07-C12991EED8A9}" srcOrd="0" destOrd="4" presId="urn:microsoft.com/office/officeart/2005/8/layout/hList6"/>
    <dgm:cxn modelId="{3703B9C1-9B27-413E-B791-AB7B8930CEDC}" srcId="{6643E80D-168E-4399-8D8D-09F310442F55}" destId="{5CA23765-5E1D-40D0-A365-B2D9088F6AC0}" srcOrd="4" destOrd="0" parTransId="{D3C8D3F7-2436-4F07-84AA-27823B105804}" sibTransId="{CE68C991-1506-4019-AFA2-EFEC4B49EE56}"/>
    <dgm:cxn modelId="{BA2274EA-306E-4C03-9FC7-0192F29DC4C7}" srcId="{BDF27B77-E1A0-4755-8045-19DA638E8331}" destId="{CBFAE109-3262-4975-B29F-9A6383FFA0C6}" srcOrd="0" destOrd="0" parTransId="{34A4A79D-75BE-43FC-933A-92FA12CFEFFD}" sibTransId="{7C719878-839B-444E-9CBA-A72FB56980AC}"/>
    <dgm:cxn modelId="{A138A39C-53C6-4D6F-B7D0-C9785FE28D52}" type="presOf" srcId="{CBFAE109-3262-4975-B29F-9A6383FFA0C6}" destId="{071DA291-C53F-4A3F-8C2C-231F2A3998A1}" srcOrd="0" destOrd="1" presId="urn:microsoft.com/office/officeart/2005/8/layout/hList6"/>
    <dgm:cxn modelId="{754F7C69-2726-4ACE-A4DB-038945BEEA30}" srcId="{2E25C6B3-A34C-4CD5-A562-0E719187F358}" destId="{F4B176A1-ACA8-4E29-B81A-7F1800BFDC0A}" srcOrd="2" destOrd="0" parTransId="{45099970-8E2B-4941-A9DD-ED638E99CACC}" sibTransId="{4C23BFDF-FD43-4CD0-85D0-D016ADE19A69}"/>
    <dgm:cxn modelId="{DD3078A8-56FE-47C4-9CFE-85A0F6F02901}" srcId="{C98575A1-A326-4443-A571-14DFABC2523A}" destId="{2E25C6B3-A34C-4CD5-A562-0E719187F358}" srcOrd="3" destOrd="0" parTransId="{53905B9C-86C5-452D-90D0-C90F08857554}" sibTransId="{5BEC5FCA-E063-48BB-B2AE-2C5EC652624F}"/>
    <dgm:cxn modelId="{DA51EB37-B061-405E-9942-9C4A79D7C91F}" srcId="{84AD2015-D875-4CFF-A50B-FFD4255D44A0}" destId="{8AFF2C91-2435-467F-8C5B-0BA339A3F914}" srcOrd="0" destOrd="0" parTransId="{C5D4DD48-1284-4F35-A9D0-B58817BF8475}" sibTransId="{48FF3535-42BE-4DCE-8C39-879303EC8FBA}"/>
    <dgm:cxn modelId="{7B9A61B1-E564-4D99-BA1F-DEC5CE5DA3B8}" type="presOf" srcId="{CAFC602D-BB82-49EE-9309-9E78E188888A}" destId="{E69E4503-5D1A-4610-81F2-1F5C59E5AEEF}" srcOrd="0" destOrd="1" presId="urn:microsoft.com/office/officeart/2005/8/layout/hList6"/>
    <dgm:cxn modelId="{A8712C9E-0DDD-496A-8D56-19863453067C}" type="presOf" srcId="{8AFF2C91-2435-467F-8C5B-0BA339A3F914}" destId="{8D487648-4F7C-47C0-9AEC-86832A916375}" srcOrd="0" destOrd="1" presId="urn:microsoft.com/office/officeart/2005/8/layout/hList6"/>
    <dgm:cxn modelId="{8D5C6868-E5A0-4203-BC05-AA1E57EECAD7}" type="presOf" srcId="{25E69FAF-6D1E-49F8-9F01-E774D276B270}" destId="{76E71152-2A7B-4BF8-9D07-C12991EED8A9}" srcOrd="0" destOrd="1" presId="urn:microsoft.com/office/officeart/2005/8/layout/hList6"/>
    <dgm:cxn modelId="{87E03326-01D3-41D1-9A97-537FF4008A01}" type="presOf" srcId="{F4B176A1-ACA8-4E29-B81A-7F1800BFDC0A}" destId="{E69E4503-5D1A-4610-81F2-1F5C59E5AEEF}" srcOrd="0" destOrd="3" presId="urn:microsoft.com/office/officeart/2005/8/layout/hList6"/>
    <dgm:cxn modelId="{C1F00BE5-9E97-4E5A-B9A3-3B9A85F55C7B}" srcId="{6643E80D-168E-4399-8D8D-09F310442F55}" destId="{25E69FAF-6D1E-49F8-9F01-E774D276B270}" srcOrd="0" destOrd="0" parTransId="{D8993606-95BD-4BE3-AD11-023DBCC8C5A6}" sibTransId="{BA8DD94C-E9FB-4FDB-B8E5-80EB6DCC817F}"/>
    <dgm:cxn modelId="{CA704D69-07B0-4AF5-9E82-0A1A3A2DE1C9}" type="presOf" srcId="{2E25C6B3-A34C-4CD5-A562-0E719187F358}" destId="{E69E4503-5D1A-4610-81F2-1F5C59E5AEEF}" srcOrd="0" destOrd="0" presId="urn:microsoft.com/office/officeart/2005/8/layout/hList6"/>
    <dgm:cxn modelId="{0702D644-EC53-4A7F-8A65-F166309D75D2}" type="presOf" srcId="{C98575A1-A326-4443-A571-14DFABC2523A}" destId="{C23830AB-2C91-4B44-BA4D-40D3DB99DCE6}" srcOrd="0" destOrd="0" presId="urn:microsoft.com/office/officeart/2005/8/layout/hList6"/>
    <dgm:cxn modelId="{52DD9647-B510-48F3-9B6F-8CE45919993F}" srcId="{C98575A1-A326-4443-A571-14DFABC2523A}" destId="{84AD2015-D875-4CFF-A50B-FFD4255D44A0}" srcOrd="1" destOrd="0" parTransId="{3386BD58-FDE6-44AE-8BB9-267EA653E00C}" sibTransId="{33F23CAB-4247-4F31-B6B6-39A67ABC6C08}"/>
    <dgm:cxn modelId="{6D5AC63A-A4DD-4682-B55E-B081B97AAE60}" type="presOf" srcId="{26E3F3F6-B247-44D7-B627-7836B6206CB6}" destId="{8D487648-4F7C-47C0-9AEC-86832A916375}" srcOrd="0" destOrd="2" presId="urn:microsoft.com/office/officeart/2005/8/layout/hList6"/>
    <dgm:cxn modelId="{BDBA56C6-28DF-402C-B6AF-DD7C92D453BC}" srcId="{6643E80D-168E-4399-8D8D-09F310442F55}" destId="{49D5D9CF-9EF8-46DA-91E2-20F2A1DA36BB}" srcOrd="1" destOrd="0" parTransId="{43BE2375-356B-4C7D-8D52-435891AE6183}" sibTransId="{6F135B9D-F9FF-4486-B01A-7123DFD96FB7}"/>
    <dgm:cxn modelId="{2A8B158C-C439-4F67-BD63-CF6B43D69BDB}" type="presOf" srcId="{5CA23765-5E1D-40D0-A365-B2D9088F6AC0}" destId="{76E71152-2A7B-4BF8-9D07-C12991EED8A9}" srcOrd="0" destOrd="5" presId="urn:microsoft.com/office/officeart/2005/8/layout/hList6"/>
    <dgm:cxn modelId="{AC057B64-F794-4AE8-9C02-080CFEF34C63}" type="presOf" srcId="{CFD48904-355D-41D7-A8AF-DF24790DE2C7}" destId="{E69E4503-5D1A-4610-81F2-1F5C59E5AEEF}" srcOrd="0" destOrd="2" presId="urn:microsoft.com/office/officeart/2005/8/layout/hList6"/>
    <dgm:cxn modelId="{C7B53728-1130-46A0-8AC4-C3AE88904C08}" type="presOf" srcId="{E0C12C5D-D60B-47E1-9064-05384E81191E}" destId="{071DA291-C53F-4A3F-8C2C-231F2A3998A1}" srcOrd="0" destOrd="2" presId="urn:microsoft.com/office/officeart/2005/8/layout/hList6"/>
    <dgm:cxn modelId="{3AAE66A1-B90D-452F-893A-886060FFF2AE}" srcId="{2E25C6B3-A34C-4CD5-A562-0E719187F358}" destId="{CAFC602D-BB82-49EE-9309-9E78E188888A}" srcOrd="0" destOrd="0" parTransId="{99C34DDF-C232-441C-9EE3-A918AB22FFA5}" sibTransId="{CF599CB2-F19C-4744-BB6E-A855E410F2EA}"/>
    <dgm:cxn modelId="{5CEA32DD-0020-425E-870C-12C5AA080602}" srcId="{6643E80D-168E-4399-8D8D-09F310442F55}" destId="{2252D707-8ABD-43E7-B1CE-4AEF558F037C}" srcOrd="3" destOrd="0" parTransId="{37D1325B-D23F-4B26-8366-A3084FAA4C79}" sibTransId="{D2427FC5-DFA7-48C9-A72A-0E4D0AD756A9}"/>
    <dgm:cxn modelId="{51E52295-1531-4182-B136-1F1C198DE15D}" type="presOf" srcId="{BDF27B77-E1A0-4755-8045-19DA638E8331}" destId="{071DA291-C53F-4A3F-8C2C-231F2A3998A1}" srcOrd="0" destOrd="0" presId="urn:microsoft.com/office/officeart/2005/8/layout/hList6"/>
    <dgm:cxn modelId="{C16237DA-F4E9-4DFD-9A06-C37EC46AE02B}" type="presOf" srcId="{49D5D9CF-9EF8-46DA-91E2-20F2A1DA36BB}" destId="{76E71152-2A7B-4BF8-9D07-C12991EED8A9}" srcOrd="0" destOrd="2" presId="urn:microsoft.com/office/officeart/2005/8/layout/hList6"/>
    <dgm:cxn modelId="{4325F414-FE95-41BC-9302-83D1E1CA6CF4}" type="presOf" srcId="{68E53140-655C-43A6-8A6B-0E44595F308A}" destId="{76E71152-2A7B-4BF8-9D07-C12991EED8A9}" srcOrd="0" destOrd="3" presId="urn:microsoft.com/office/officeart/2005/8/layout/hList6"/>
    <dgm:cxn modelId="{7A61DF57-EF2C-45F5-809D-DD7E6A9C4DEE}" type="presOf" srcId="{84AD2015-D875-4CFF-A50B-FFD4255D44A0}" destId="{8D487648-4F7C-47C0-9AEC-86832A916375}" srcOrd="0" destOrd="0" presId="urn:microsoft.com/office/officeart/2005/8/layout/hList6"/>
    <dgm:cxn modelId="{F54249E9-0DCE-4E66-AB7D-6185B7EC2AF3}" srcId="{6643E80D-168E-4399-8D8D-09F310442F55}" destId="{68E53140-655C-43A6-8A6B-0E44595F308A}" srcOrd="2" destOrd="0" parTransId="{511AE709-5654-4243-8FE0-639B20B53D6F}" sibTransId="{9AE0B411-59F5-4332-8154-792D746F39EE}"/>
    <dgm:cxn modelId="{BE952555-2174-4DBF-A058-A75158813981}" type="presParOf" srcId="{C23830AB-2C91-4B44-BA4D-40D3DB99DCE6}" destId="{071DA291-C53F-4A3F-8C2C-231F2A3998A1}" srcOrd="0" destOrd="0" presId="urn:microsoft.com/office/officeart/2005/8/layout/hList6"/>
    <dgm:cxn modelId="{93D0A52E-5FFC-4CB2-8E32-1B911D8EB54F}" type="presParOf" srcId="{C23830AB-2C91-4B44-BA4D-40D3DB99DCE6}" destId="{9D0B0BD7-44E3-46D1-B5F8-E2EDF12465EC}" srcOrd="1" destOrd="0" presId="urn:microsoft.com/office/officeart/2005/8/layout/hList6"/>
    <dgm:cxn modelId="{93204832-79AD-44A9-8609-18B4F20B332A}" type="presParOf" srcId="{C23830AB-2C91-4B44-BA4D-40D3DB99DCE6}" destId="{8D487648-4F7C-47C0-9AEC-86832A916375}" srcOrd="2" destOrd="0" presId="urn:microsoft.com/office/officeart/2005/8/layout/hList6"/>
    <dgm:cxn modelId="{D38DED4F-14C8-44B2-8BF5-720C39A87FC5}" type="presParOf" srcId="{C23830AB-2C91-4B44-BA4D-40D3DB99DCE6}" destId="{8B4F2034-FFB1-43D3-B34C-3B1D89228829}" srcOrd="3" destOrd="0" presId="urn:microsoft.com/office/officeart/2005/8/layout/hList6"/>
    <dgm:cxn modelId="{B480EBB6-A99F-476F-9620-5D3F9A1872E3}" type="presParOf" srcId="{C23830AB-2C91-4B44-BA4D-40D3DB99DCE6}" destId="{76E71152-2A7B-4BF8-9D07-C12991EED8A9}" srcOrd="4" destOrd="0" presId="urn:microsoft.com/office/officeart/2005/8/layout/hList6"/>
    <dgm:cxn modelId="{CE9D2189-07FE-454F-81D8-56754F61BE29}" type="presParOf" srcId="{C23830AB-2C91-4B44-BA4D-40D3DB99DCE6}" destId="{4C233211-37FB-483A-937A-2B5E9AD79424}" srcOrd="5" destOrd="0" presId="urn:microsoft.com/office/officeart/2005/8/layout/hList6"/>
    <dgm:cxn modelId="{9810881B-4747-44F3-92BF-89F4BD7DB084}" type="presParOf" srcId="{C23830AB-2C91-4B44-BA4D-40D3DB99DCE6}" destId="{E69E4503-5D1A-4610-81F2-1F5C59E5AEEF}" srcOrd="6" destOrd="0" presId="urn:microsoft.com/office/officeart/2005/8/layout/hList6"/>
  </dgm:cxnLst>
  <dgm:bg>
    <a:effectLst>
      <a:glow rad="228600">
        <a:schemeClr val="accent3">
          <a:satMod val="175000"/>
          <a:alpha val="40000"/>
        </a:schemeClr>
      </a:glow>
      <a:outerShdw blurRad="50800" dist="38100" dir="2700000" algn="tl" rotWithShape="0">
        <a:prstClr val="black">
          <a:alpha val="40000"/>
        </a:prstClr>
      </a:outerShdw>
    </a:effect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60ED9B3-1EDF-4376-8FEF-DDD098DE14E2}" type="doc">
      <dgm:prSet loTypeId="urn:microsoft.com/office/officeart/2005/8/layout/hierarchy3" loCatId="list" qsTypeId="urn:microsoft.com/office/officeart/2005/8/quickstyle/simple4" qsCatId="simple" csTypeId="urn:microsoft.com/office/officeart/2005/8/colors/accent1_2" csCatId="accent1" phldr="1"/>
      <dgm:spPr/>
      <dgm:t>
        <a:bodyPr/>
        <a:lstStyle/>
        <a:p>
          <a:endParaRPr lang="en-US"/>
        </a:p>
      </dgm:t>
    </dgm:pt>
    <dgm:pt modelId="{DCEA9ECB-6A42-45DF-A155-4C13A6B49973}">
      <dgm:prSet phldrT="[Text]"/>
      <dgm:spPr/>
      <dgm:t>
        <a:bodyPr/>
        <a:lstStyle/>
        <a:p>
          <a:r>
            <a:rPr lang="en-IN" b="1" dirty="0"/>
            <a:t>Facial Expressions:</a:t>
          </a:r>
          <a:r>
            <a:rPr lang="en-IN" dirty="0"/>
            <a:t> FER2013 dataset </a:t>
          </a:r>
          <a:r>
            <a:rPr lang="en-IN" dirty="0" err="1"/>
            <a:t>Dizvik</a:t>
          </a:r>
          <a:r>
            <a:rPr lang="en-IN" dirty="0"/>
            <a:t> dataset. (Images)</a:t>
          </a:r>
          <a:endParaRPr lang="en-US" dirty="0"/>
        </a:p>
      </dgm:t>
    </dgm:pt>
    <dgm:pt modelId="{47E5E3AA-05B2-455D-8496-689E45F26AF5}" type="parTrans" cxnId="{463FA45C-195C-4544-91E3-87E0C9AB9F6A}">
      <dgm:prSet/>
      <dgm:spPr/>
      <dgm:t>
        <a:bodyPr/>
        <a:lstStyle/>
        <a:p>
          <a:endParaRPr lang="en-US"/>
        </a:p>
      </dgm:t>
    </dgm:pt>
    <dgm:pt modelId="{0DF55BD2-C844-4EAD-947C-E2B8B089FC62}" type="sibTrans" cxnId="{463FA45C-195C-4544-91E3-87E0C9AB9F6A}">
      <dgm:prSet/>
      <dgm:spPr/>
      <dgm:t>
        <a:bodyPr/>
        <a:lstStyle/>
        <a:p>
          <a:endParaRPr lang="en-US"/>
        </a:p>
      </dgm:t>
    </dgm:pt>
    <dgm:pt modelId="{36194568-263A-4A88-BD5A-D8999B9CF9C4}">
      <dgm:prSet/>
      <dgm:spPr/>
      <dgm:t>
        <a:bodyPr/>
        <a:lstStyle/>
        <a:p>
          <a:r>
            <a:rPr lang="en-IN" dirty="0"/>
            <a:t>Anger</a:t>
          </a:r>
        </a:p>
      </dgm:t>
    </dgm:pt>
    <dgm:pt modelId="{6D485022-41A7-43BE-9688-F36F87DE6079}" type="parTrans" cxnId="{9208E4EF-17B1-4544-828C-AFFF5EE2E688}">
      <dgm:prSet/>
      <dgm:spPr/>
      <dgm:t>
        <a:bodyPr/>
        <a:lstStyle/>
        <a:p>
          <a:endParaRPr lang="en-US"/>
        </a:p>
      </dgm:t>
    </dgm:pt>
    <dgm:pt modelId="{A93A8105-FEEE-4BF9-94CC-0AC8CE6F4C18}" type="sibTrans" cxnId="{9208E4EF-17B1-4544-828C-AFFF5EE2E688}">
      <dgm:prSet/>
      <dgm:spPr/>
      <dgm:t>
        <a:bodyPr/>
        <a:lstStyle/>
        <a:p>
          <a:endParaRPr lang="en-US"/>
        </a:p>
      </dgm:t>
    </dgm:pt>
    <dgm:pt modelId="{71D91A4B-000E-47E2-AC91-C5F87880DD72}">
      <dgm:prSet/>
      <dgm:spPr/>
      <dgm:t>
        <a:bodyPr/>
        <a:lstStyle/>
        <a:p>
          <a:r>
            <a:rPr lang="en-IN" b="1" dirty="0"/>
            <a:t>Voice Tone:</a:t>
          </a:r>
          <a:r>
            <a:rPr lang="en-IN" dirty="0"/>
            <a:t> RAVDESS dataset. (Audio)</a:t>
          </a:r>
        </a:p>
      </dgm:t>
    </dgm:pt>
    <dgm:pt modelId="{AA2412B1-3207-4732-90FF-41BC3E25A6C0}" type="parTrans" cxnId="{4911ECFC-FC72-42E7-BC92-93BC99EF23B9}">
      <dgm:prSet/>
      <dgm:spPr/>
      <dgm:t>
        <a:bodyPr/>
        <a:lstStyle/>
        <a:p>
          <a:endParaRPr lang="en-US"/>
        </a:p>
      </dgm:t>
    </dgm:pt>
    <dgm:pt modelId="{0BA4D3F8-B413-459C-9A73-5B34A0965759}" type="sibTrans" cxnId="{4911ECFC-FC72-42E7-BC92-93BC99EF23B9}">
      <dgm:prSet/>
      <dgm:spPr/>
      <dgm:t>
        <a:bodyPr/>
        <a:lstStyle/>
        <a:p>
          <a:endParaRPr lang="en-US"/>
        </a:p>
      </dgm:t>
    </dgm:pt>
    <dgm:pt modelId="{59423132-8321-4E4C-B1EB-6A76EEEC4F98}">
      <dgm:prSet/>
      <dgm:spPr/>
      <dgm:t>
        <a:bodyPr/>
        <a:lstStyle/>
        <a:p>
          <a:r>
            <a:rPr lang="en-IN" dirty="0"/>
            <a:t>Calm</a:t>
          </a:r>
        </a:p>
      </dgm:t>
    </dgm:pt>
    <dgm:pt modelId="{A35B354E-63C6-4D35-A07A-6EC1AE9B1FA5}" type="parTrans" cxnId="{20D267B7-7B27-4175-980F-40C6933CA6CE}">
      <dgm:prSet/>
      <dgm:spPr/>
      <dgm:t>
        <a:bodyPr/>
        <a:lstStyle/>
        <a:p>
          <a:endParaRPr lang="en-US"/>
        </a:p>
      </dgm:t>
    </dgm:pt>
    <dgm:pt modelId="{F6F9C822-749B-4E72-B3E8-9BA475F2318E}" type="sibTrans" cxnId="{20D267B7-7B27-4175-980F-40C6933CA6CE}">
      <dgm:prSet/>
      <dgm:spPr/>
      <dgm:t>
        <a:bodyPr/>
        <a:lstStyle/>
        <a:p>
          <a:endParaRPr lang="en-US"/>
        </a:p>
      </dgm:t>
    </dgm:pt>
    <dgm:pt modelId="{EE687C85-EE2F-4267-A3D2-B21A02AC847F}">
      <dgm:prSet/>
      <dgm:spPr/>
      <dgm:t>
        <a:bodyPr/>
        <a:lstStyle/>
        <a:p>
          <a:r>
            <a:rPr lang="en-IN" b="1" dirty="0"/>
            <a:t>Text Messages:</a:t>
          </a:r>
          <a:r>
            <a:rPr lang="en-IN" dirty="0"/>
            <a:t> Sentiment140 dataset (Tweets)</a:t>
          </a:r>
        </a:p>
      </dgm:t>
    </dgm:pt>
    <dgm:pt modelId="{3FA6080A-7A49-4829-9A89-7ED9EEBB78D0}" type="parTrans" cxnId="{99898BF2-AC9C-48C3-99C8-280A32C0C0F7}">
      <dgm:prSet/>
      <dgm:spPr/>
      <dgm:t>
        <a:bodyPr/>
        <a:lstStyle/>
        <a:p>
          <a:endParaRPr lang="en-US"/>
        </a:p>
      </dgm:t>
    </dgm:pt>
    <dgm:pt modelId="{29EE70D9-53D5-4CDF-9E90-E8A2B1F85C14}" type="sibTrans" cxnId="{99898BF2-AC9C-48C3-99C8-280A32C0C0F7}">
      <dgm:prSet/>
      <dgm:spPr/>
      <dgm:t>
        <a:bodyPr/>
        <a:lstStyle/>
        <a:p>
          <a:endParaRPr lang="en-US"/>
        </a:p>
      </dgm:t>
    </dgm:pt>
    <dgm:pt modelId="{92E8520D-F3B7-40D9-82E8-46BA4BED3A53}">
      <dgm:prSet/>
      <dgm:spPr/>
      <dgm:t>
        <a:bodyPr/>
        <a:lstStyle/>
        <a:p>
          <a:r>
            <a:rPr lang="en-IN" dirty="0"/>
            <a:t>Positive</a:t>
          </a:r>
        </a:p>
      </dgm:t>
    </dgm:pt>
    <dgm:pt modelId="{1231119F-3231-4C8A-B3F6-362086F2D5B9}" type="parTrans" cxnId="{9AFF3C7C-ABC1-4933-AA66-C6C2019BCFD5}">
      <dgm:prSet/>
      <dgm:spPr/>
      <dgm:t>
        <a:bodyPr/>
        <a:lstStyle/>
        <a:p>
          <a:endParaRPr lang="en-US"/>
        </a:p>
      </dgm:t>
    </dgm:pt>
    <dgm:pt modelId="{3A1B8AE0-66A3-4C4F-BE3B-F2B05798A82A}" type="sibTrans" cxnId="{9AFF3C7C-ABC1-4933-AA66-C6C2019BCFD5}">
      <dgm:prSet/>
      <dgm:spPr/>
      <dgm:t>
        <a:bodyPr/>
        <a:lstStyle/>
        <a:p>
          <a:endParaRPr lang="en-US"/>
        </a:p>
      </dgm:t>
    </dgm:pt>
    <dgm:pt modelId="{12E4CCDA-A6D1-4ECF-8344-F7893653B835}">
      <dgm:prSet/>
      <dgm:spPr/>
      <dgm:t>
        <a:bodyPr/>
        <a:lstStyle/>
        <a:p>
          <a:r>
            <a:rPr lang="en-IN" dirty="0"/>
            <a:t>Happiness</a:t>
          </a:r>
        </a:p>
      </dgm:t>
    </dgm:pt>
    <dgm:pt modelId="{857961A8-9DE5-4E7E-97FB-31AE4FEF7AF5}" type="parTrans" cxnId="{A7D4CA11-D7CE-4803-A534-7F292B40C528}">
      <dgm:prSet/>
      <dgm:spPr/>
      <dgm:t>
        <a:bodyPr/>
        <a:lstStyle/>
        <a:p>
          <a:endParaRPr lang="en-US"/>
        </a:p>
      </dgm:t>
    </dgm:pt>
    <dgm:pt modelId="{FD6BD896-5A05-4578-8D7C-BEAAD979EA8D}" type="sibTrans" cxnId="{A7D4CA11-D7CE-4803-A534-7F292B40C528}">
      <dgm:prSet/>
      <dgm:spPr/>
      <dgm:t>
        <a:bodyPr/>
        <a:lstStyle/>
        <a:p>
          <a:endParaRPr lang="en-US"/>
        </a:p>
      </dgm:t>
    </dgm:pt>
    <dgm:pt modelId="{7071786B-8138-43F3-B90F-F11382201D89}">
      <dgm:prSet/>
      <dgm:spPr/>
      <dgm:t>
        <a:bodyPr/>
        <a:lstStyle/>
        <a:p>
          <a:r>
            <a:rPr lang="en-IN" dirty="0"/>
            <a:t>Sadness.</a:t>
          </a:r>
        </a:p>
      </dgm:t>
    </dgm:pt>
    <dgm:pt modelId="{E2311A9B-297F-4C3E-847C-DA14F7CECF8E}" type="parTrans" cxnId="{812AF07A-D020-444E-B293-87055761713A}">
      <dgm:prSet/>
      <dgm:spPr/>
      <dgm:t>
        <a:bodyPr/>
        <a:lstStyle/>
        <a:p>
          <a:endParaRPr lang="en-US"/>
        </a:p>
      </dgm:t>
    </dgm:pt>
    <dgm:pt modelId="{934A7F7C-4299-4B10-BA85-B3B0159351AF}" type="sibTrans" cxnId="{812AF07A-D020-444E-B293-87055761713A}">
      <dgm:prSet/>
      <dgm:spPr/>
      <dgm:t>
        <a:bodyPr/>
        <a:lstStyle/>
        <a:p>
          <a:endParaRPr lang="en-US"/>
        </a:p>
      </dgm:t>
    </dgm:pt>
    <dgm:pt modelId="{A8D57985-D15C-4063-94A3-25B7E3260BE5}">
      <dgm:prSet/>
      <dgm:spPr/>
      <dgm:t>
        <a:bodyPr/>
        <a:lstStyle/>
        <a:p>
          <a:r>
            <a:rPr lang="en-IN" dirty="0"/>
            <a:t>Happy,</a:t>
          </a:r>
        </a:p>
      </dgm:t>
    </dgm:pt>
    <dgm:pt modelId="{5ED0D607-259A-48D2-89D5-45904AE6F8E8}" type="parTrans" cxnId="{75C88460-EB28-4B11-B7A2-A92E47FC1549}">
      <dgm:prSet/>
      <dgm:spPr/>
      <dgm:t>
        <a:bodyPr/>
        <a:lstStyle/>
        <a:p>
          <a:endParaRPr lang="en-US"/>
        </a:p>
      </dgm:t>
    </dgm:pt>
    <dgm:pt modelId="{2EAAB213-A82E-4095-8F5D-4B2826C82CBD}" type="sibTrans" cxnId="{75C88460-EB28-4B11-B7A2-A92E47FC1549}">
      <dgm:prSet/>
      <dgm:spPr/>
      <dgm:t>
        <a:bodyPr/>
        <a:lstStyle/>
        <a:p>
          <a:endParaRPr lang="en-US"/>
        </a:p>
      </dgm:t>
    </dgm:pt>
    <dgm:pt modelId="{AB0C5235-97A6-4BE4-9BBC-981D80D4147F}">
      <dgm:prSet/>
      <dgm:spPr/>
      <dgm:t>
        <a:bodyPr/>
        <a:lstStyle/>
        <a:p>
          <a:r>
            <a:rPr lang="en-IN" dirty="0"/>
            <a:t>Angry.</a:t>
          </a:r>
        </a:p>
      </dgm:t>
    </dgm:pt>
    <dgm:pt modelId="{67EB8268-25C3-4EB8-9668-3DA3D1635BCD}" type="parTrans" cxnId="{E460A14B-452C-4A5A-A8EB-FA125B04771A}">
      <dgm:prSet/>
      <dgm:spPr/>
      <dgm:t>
        <a:bodyPr/>
        <a:lstStyle/>
        <a:p>
          <a:endParaRPr lang="en-US"/>
        </a:p>
      </dgm:t>
    </dgm:pt>
    <dgm:pt modelId="{55ACFE9C-61E8-4C36-8F1C-8B102E690A2D}" type="sibTrans" cxnId="{E460A14B-452C-4A5A-A8EB-FA125B04771A}">
      <dgm:prSet/>
      <dgm:spPr/>
      <dgm:t>
        <a:bodyPr/>
        <a:lstStyle/>
        <a:p>
          <a:endParaRPr lang="en-US"/>
        </a:p>
      </dgm:t>
    </dgm:pt>
    <dgm:pt modelId="{5AD75068-4D68-43BF-AC77-27AB7531EFA2}">
      <dgm:prSet/>
      <dgm:spPr/>
      <dgm:t>
        <a:bodyPr/>
        <a:lstStyle/>
        <a:p>
          <a:r>
            <a:rPr lang="en-IN" dirty="0"/>
            <a:t>Neutral</a:t>
          </a:r>
        </a:p>
      </dgm:t>
    </dgm:pt>
    <dgm:pt modelId="{128F8AFF-6187-45CA-816D-4422CBD0AB2E}" type="parTrans" cxnId="{EA39D5D8-ED15-450D-B8BE-533B055BF540}">
      <dgm:prSet/>
      <dgm:spPr/>
      <dgm:t>
        <a:bodyPr/>
        <a:lstStyle/>
        <a:p>
          <a:endParaRPr lang="en-US"/>
        </a:p>
      </dgm:t>
    </dgm:pt>
    <dgm:pt modelId="{8A895520-FE5F-49AA-9D4F-D18396E77FE2}" type="sibTrans" cxnId="{EA39D5D8-ED15-450D-B8BE-533B055BF540}">
      <dgm:prSet/>
      <dgm:spPr/>
      <dgm:t>
        <a:bodyPr/>
        <a:lstStyle/>
        <a:p>
          <a:endParaRPr lang="en-US"/>
        </a:p>
      </dgm:t>
    </dgm:pt>
    <dgm:pt modelId="{B5B68B23-B84C-4F30-85F5-43133CAF5B8C}">
      <dgm:prSet/>
      <dgm:spPr/>
      <dgm:t>
        <a:bodyPr/>
        <a:lstStyle/>
        <a:p>
          <a:r>
            <a:rPr lang="en-IN" dirty="0"/>
            <a:t>Negative</a:t>
          </a:r>
        </a:p>
      </dgm:t>
    </dgm:pt>
    <dgm:pt modelId="{D2BF7B40-8179-4A6F-A932-839307976F20}" type="parTrans" cxnId="{6AFA3BBF-4643-49E4-8FF7-6D0329A4AC95}">
      <dgm:prSet/>
      <dgm:spPr/>
      <dgm:t>
        <a:bodyPr/>
        <a:lstStyle/>
        <a:p>
          <a:endParaRPr lang="en-US"/>
        </a:p>
      </dgm:t>
    </dgm:pt>
    <dgm:pt modelId="{DEFF507A-2001-4E84-88C7-0E4911B89F22}" type="sibTrans" cxnId="{6AFA3BBF-4643-49E4-8FF7-6D0329A4AC95}">
      <dgm:prSet/>
      <dgm:spPr/>
      <dgm:t>
        <a:bodyPr/>
        <a:lstStyle/>
        <a:p>
          <a:endParaRPr lang="en-US"/>
        </a:p>
      </dgm:t>
    </dgm:pt>
    <dgm:pt modelId="{B2F48FFF-67D0-4F09-828E-E6496916E918}" type="pres">
      <dgm:prSet presAssocID="{A60ED9B3-1EDF-4376-8FEF-DDD098DE14E2}" presName="diagram" presStyleCnt="0">
        <dgm:presLayoutVars>
          <dgm:chPref val="1"/>
          <dgm:dir/>
          <dgm:animOne val="branch"/>
          <dgm:animLvl val="lvl"/>
          <dgm:resizeHandles/>
        </dgm:presLayoutVars>
      </dgm:prSet>
      <dgm:spPr/>
      <dgm:t>
        <a:bodyPr/>
        <a:lstStyle/>
        <a:p>
          <a:endParaRPr lang="en-US"/>
        </a:p>
      </dgm:t>
    </dgm:pt>
    <dgm:pt modelId="{964F50CE-2DCF-4B40-96FA-810ABBBFA5FF}" type="pres">
      <dgm:prSet presAssocID="{DCEA9ECB-6A42-45DF-A155-4C13A6B49973}" presName="root" presStyleCnt="0"/>
      <dgm:spPr/>
    </dgm:pt>
    <dgm:pt modelId="{3B26DD26-5103-4B9D-8D3B-5F7C49B594B1}" type="pres">
      <dgm:prSet presAssocID="{DCEA9ECB-6A42-45DF-A155-4C13A6B49973}" presName="rootComposite" presStyleCnt="0"/>
      <dgm:spPr/>
    </dgm:pt>
    <dgm:pt modelId="{484DD59B-4A4B-46FB-9A38-50CB552237CC}" type="pres">
      <dgm:prSet presAssocID="{DCEA9ECB-6A42-45DF-A155-4C13A6B49973}" presName="rootText" presStyleLbl="node1" presStyleIdx="0" presStyleCnt="3"/>
      <dgm:spPr/>
      <dgm:t>
        <a:bodyPr/>
        <a:lstStyle/>
        <a:p>
          <a:endParaRPr lang="en-US"/>
        </a:p>
      </dgm:t>
    </dgm:pt>
    <dgm:pt modelId="{C49156E7-89EF-436C-A828-3CFA0A443F37}" type="pres">
      <dgm:prSet presAssocID="{DCEA9ECB-6A42-45DF-A155-4C13A6B49973}" presName="rootConnector" presStyleLbl="node1" presStyleIdx="0" presStyleCnt="3"/>
      <dgm:spPr/>
      <dgm:t>
        <a:bodyPr/>
        <a:lstStyle/>
        <a:p>
          <a:endParaRPr lang="en-US"/>
        </a:p>
      </dgm:t>
    </dgm:pt>
    <dgm:pt modelId="{43612A2B-EF98-4AB2-8E8C-A580EBC3F92A}" type="pres">
      <dgm:prSet presAssocID="{DCEA9ECB-6A42-45DF-A155-4C13A6B49973}" presName="childShape" presStyleCnt="0"/>
      <dgm:spPr/>
    </dgm:pt>
    <dgm:pt modelId="{D157D44D-8366-4B31-8B07-8C49AD94DBEC}" type="pres">
      <dgm:prSet presAssocID="{6D485022-41A7-43BE-9688-F36F87DE6079}" presName="Name13" presStyleLbl="parChTrans1D2" presStyleIdx="0" presStyleCnt="9"/>
      <dgm:spPr/>
      <dgm:t>
        <a:bodyPr/>
        <a:lstStyle/>
        <a:p>
          <a:endParaRPr lang="en-US"/>
        </a:p>
      </dgm:t>
    </dgm:pt>
    <dgm:pt modelId="{7A94CFB5-06B2-4472-8DEE-CEB22425D63E}" type="pres">
      <dgm:prSet presAssocID="{36194568-263A-4A88-BD5A-D8999B9CF9C4}" presName="childText" presStyleLbl="bgAcc1" presStyleIdx="0" presStyleCnt="9">
        <dgm:presLayoutVars>
          <dgm:bulletEnabled val="1"/>
        </dgm:presLayoutVars>
      </dgm:prSet>
      <dgm:spPr/>
      <dgm:t>
        <a:bodyPr/>
        <a:lstStyle/>
        <a:p>
          <a:endParaRPr lang="en-US"/>
        </a:p>
      </dgm:t>
    </dgm:pt>
    <dgm:pt modelId="{FC6A2167-71AF-4B99-9E5C-8C9CA7796A66}" type="pres">
      <dgm:prSet presAssocID="{857961A8-9DE5-4E7E-97FB-31AE4FEF7AF5}" presName="Name13" presStyleLbl="parChTrans1D2" presStyleIdx="1" presStyleCnt="9"/>
      <dgm:spPr/>
      <dgm:t>
        <a:bodyPr/>
        <a:lstStyle/>
        <a:p>
          <a:endParaRPr lang="en-US"/>
        </a:p>
      </dgm:t>
    </dgm:pt>
    <dgm:pt modelId="{879497B8-97D6-41C9-8F60-2CA7A2718BF3}" type="pres">
      <dgm:prSet presAssocID="{12E4CCDA-A6D1-4ECF-8344-F7893653B835}" presName="childText" presStyleLbl="bgAcc1" presStyleIdx="1" presStyleCnt="9">
        <dgm:presLayoutVars>
          <dgm:bulletEnabled val="1"/>
        </dgm:presLayoutVars>
      </dgm:prSet>
      <dgm:spPr/>
      <dgm:t>
        <a:bodyPr/>
        <a:lstStyle/>
        <a:p>
          <a:endParaRPr lang="en-US"/>
        </a:p>
      </dgm:t>
    </dgm:pt>
    <dgm:pt modelId="{4CFA9547-0F3F-42AA-84DE-2D40DCE5C484}" type="pres">
      <dgm:prSet presAssocID="{E2311A9B-297F-4C3E-847C-DA14F7CECF8E}" presName="Name13" presStyleLbl="parChTrans1D2" presStyleIdx="2" presStyleCnt="9"/>
      <dgm:spPr/>
      <dgm:t>
        <a:bodyPr/>
        <a:lstStyle/>
        <a:p>
          <a:endParaRPr lang="en-US"/>
        </a:p>
      </dgm:t>
    </dgm:pt>
    <dgm:pt modelId="{48F86657-E6E8-4F5B-A898-B3C61591CC97}" type="pres">
      <dgm:prSet presAssocID="{7071786B-8138-43F3-B90F-F11382201D89}" presName="childText" presStyleLbl="bgAcc1" presStyleIdx="2" presStyleCnt="9">
        <dgm:presLayoutVars>
          <dgm:bulletEnabled val="1"/>
        </dgm:presLayoutVars>
      </dgm:prSet>
      <dgm:spPr/>
      <dgm:t>
        <a:bodyPr/>
        <a:lstStyle/>
        <a:p>
          <a:endParaRPr lang="en-US"/>
        </a:p>
      </dgm:t>
    </dgm:pt>
    <dgm:pt modelId="{F6C52C27-C575-4C44-9C60-2CF27592DE34}" type="pres">
      <dgm:prSet presAssocID="{71D91A4B-000E-47E2-AC91-C5F87880DD72}" presName="root" presStyleCnt="0"/>
      <dgm:spPr/>
    </dgm:pt>
    <dgm:pt modelId="{0CEDF0F9-DDA0-494A-8472-132C17BF8464}" type="pres">
      <dgm:prSet presAssocID="{71D91A4B-000E-47E2-AC91-C5F87880DD72}" presName="rootComposite" presStyleCnt="0"/>
      <dgm:spPr/>
    </dgm:pt>
    <dgm:pt modelId="{2F35791B-B80B-485C-B1CC-933C16033715}" type="pres">
      <dgm:prSet presAssocID="{71D91A4B-000E-47E2-AC91-C5F87880DD72}" presName="rootText" presStyleLbl="node1" presStyleIdx="1" presStyleCnt="3"/>
      <dgm:spPr/>
      <dgm:t>
        <a:bodyPr/>
        <a:lstStyle/>
        <a:p>
          <a:endParaRPr lang="en-US"/>
        </a:p>
      </dgm:t>
    </dgm:pt>
    <dgm:pt modelId="{ABE450FC-35CE-42A1-8700-67127FFD2C40}" type="pres">
      <dgm:prSet presAssocID="{71D91A4B-000E-47E2-AC91-C5F87880DD72}" presName="rootConnector" presStyleLbl="node1" presStyleIdx="1" presStyleCnt="3"/>
      <dgm:spPr/>
      <dgm:t>
        <a:bodyPr/>
        <a:lstStyle/>
        <a:p>
          <a:endParaRPr lang="en-US"/>
        </a:p>
      </dgm:t>
    </dgm:pt>
    <dgm:pt modelId="{4AC26413-4AA9-4955-A3A0-00CDD5437B0E}" type="pres">
      <dgm:prSet presAssocID="{71D91A4B-000E-47E2-AC91-C5F87880DD72}" presName="childShape" presStyleCnt="0"/>
      <dgm:spPr/>
    </dgm:pt>
    <dgm:pt modelId="{24BFC5FC-32D6-4E86-A010-6DF0A834FE2D}" type="pres">
      <dgm:prSet presAssocID="{A35B354E-63C6-4D35-A07A-6EC1AE9B1FA5}" presName="Name13" presStyleLbl="parChTrans1D2" presStyleIdx="3" presStyleCnt="9"/>
      <dgm:spPr/>
      <dgm:t>
        <a:bodyPr/>
        <a:lstStyle/>
        <a:p>
          <a:endParaRPr lang="en-US"/>
        </a:p>
      </dgm:t>
    </dgm:pt>
    <dgm:pt modelId="{7A317A4F-F35F-4AA5-9BA8-A152D8A04CB8}" type="pres">
      <dgm:prSet presAssocID="{59423132-8321-4E4C-B1EB-6A76EEEC4F98}" presName="childText" presStyleLbl="bgAcc1" presStyleIdx="3" presStyleCnt="9">
        <dgm:presLayoutVars>
          <dgm:bulletEnabled val="1"/>
        </dgm:presLayoutVars>
      </dgm:prSet>
      <dgm:spPr/>
      <dgm:t>
        <a:bodyPr/>
        <a:lstStyle/>
        <a:p>
          <a:endParaRPr lang="en-US"/>
        </a:p>
      </dgm:t>
    </dgm:pt>
    <dgm:pt modelId="{47A8D99D-037F-427A-96FD-575FD3589D86}" type="pres">
      <dgm:prSet presAssocID="{5ED0D607-259A-48D2-89D5-45904AE6F8E8}" presName="Name13" presStyleLbl="parChTrans1D2" presStyleIdx="4" presStyleCnt="9"/>
      <dgm:spPr/>
      <dgm:t>
        <a:bodyPr/>
        <a:lstStyle/>
        <a:p>
          <a:endParaRPr lang="en-US"/>
        </a:p>
      </dgm:t>
    </dgm:pt>
    <dgm:pt modelId="{1C103AE5-F0A6-409E-87A6-887AE42CAEFE}" type="pres">
      <dgm:prSet presAssocID="{A8D57985-D15C-4063-94A3-25B7E3260BE5}" presName="childText" presStyleLbl="bgAcc1" presStyleIdx="4" presStyleCnt="9">
        <dgm:presLayoutVars>
          <dgm:bulletEnabled val="1"/>
        </dgm:presLayoutVars>
      </dgm:prSet>
      <dgm:spPr/>
      <dgm:t>
        <a:bodyPr/>
        <a:lstStyle/>
        <a:p>
          <a:endParaRPr lang="en-US"/>
        </a:p>
      </dgm:t>
    </dgm:pt>
    <dgm:pt modelId="{B321AB37-C38E-455C-8D19-6A4BB5515358}" type="pres">
      <dgm:prSet presAssocID="{67EB8268-25C3-4EB8-9668-3DA3D1635BCD}" presName="Name13" presStyleLbl="parChTrans1D2" presStyleIdx="5" presStyleCnt="9"/>
      <dgm:spPr/>
      <dgm:t>
        <a:bodyPr/>
        <a:lstStyle/>
        <a:p>
          <a:endParaRPr lang="en-US"/>
        </a:p>
      </dgm:t>
    </dgm:pt>
    <dgm:pt modelId="{2D0D1532-9D82-41CE-9A15-0EF7E1FE26F8}" type="pres">
      <dgm:prSet presAssocID="{AB0C5235-97A6-4BE4-9BBC-981D80D4147F}" presName="childText" presStyleLbl="bgAcc1" presStyleIdx="5" presStyleCnt="9">
        <dgm:presLayoutVars>
          <dgm:bulletEnabled val="1"/>
        </dgm:presLayoutVars>
      </dgm:prSet>
      <dgm:spPr/>
      <dgm:t>
        <a:bodyPr/>
        <a:lstStyle/>
        <a:p>
          <a:endParaRPr lang="en-US"/>
        </a:p>
      </dgm:t>
    </dgm:pt>
    <dgm:pt modelId="{F4A8FAD8-BCF5-40DC-9301-02D6C147BB43}" type="pres">
      <dgm:prSet presAssocID="{EE687C85-EE2F-4267-A3D2-B21A02AC847F}" presName="root" presStyleCnt="0"/>
      <dgm:spPr/>
    </dgm:pt>
    <dgm:pt modelId="{180035E4-F271-4601-AC89-A14D8103D9B8}" type="pres">
      <dgm:prSet presAssocID="{EE687C85-EE2F-4267-A3D2-B21A02AC847F}" presName="rootComposite" presStyleCnt="0"/>
      <dgm:spPr/>
    </dgm:pt>
    <dgm:pt modelId="{1F3558A1-DD7A-4997-9632-AFB18036E6AC}" type="pres">
      <dgm:prSet presAssocID="{EE687C85-EE2F-4267-A3D2-B21A02AC847F}" presName="rootText" presStyleLbl="node1" presStyleIdx="2" presStyleCnt="3"/>
      <dgm:spPr/>
      <dgm:t>
        <a:bodyPr/>
        <a:lstStyle/>
        <a:p>
          <a:endParaRPr lang="en-US"/>
        </a:p>
      </dgm:t>
    </dgm:pt>
    <dgm:pt modelId="{1C1E77A5-6360-4D20-8238-07EB54CA0C19}" type="pres">
      <dgm:prSet presAssocID="{EE687C85-EE2F-4267-A3D2-B21A02AC847F}" presName="rootConnector" presStyleLbl="node1" presStyleIdx="2" presStyleCnt="3"/>
      <dgm:spPr/>
      <dgm:t>
        <a:bodyPr/>
        <a:lstStyle/>
        <a:p>
          <a:endParaRPr lang="en-US"/>
        </a:p>
      </dgm:t>
    </dgm:pt>
    <dgm:pt modelId="{A7922C61-8994-4E65-96ED-E3CB3EB00D01}" type="pres">
      <dgm:prSet presAssocID="{EE687C85-EE2F-4267-A3D2-B21A02AC847F}" presName="childShape" presStyleCnt="0"/>
      <dgm:spPr/>
    </dgm:pt>
    <dgm:pt modelId="{D1F39C8F-A360-48D0-B663-B6E0CA422201}" type="pres">
      <dgm:prSet presAssocID="{1231119F-3231-4C8A-B3F6-362086F2D5B9}" presName="Name13" presStyleLbl="parChTrans1D2" presStyleIdx="6" presStyleCnt="9"/>
      <dgm:spPr/>
      <dgm:t>
        <a:bodyPr/>
        <a:lstStyle/>
        <a:p>
          <a:endParaRPr lang="en-US"/>
        </a:p>
      </dgm:t>
    </dgm:pt>
    <dgm:pt modelId="{5BFDD08E-696C-4AD6-9700-E358D2E03AA3}" type="pres">
      <dgm:prSet presAssocID="{92E8520D-F3B7-40D9-82E8-46BA4BED3A53}" presName="childText" presStyleLbl="bgAcc1" presStyleIdx="6" presStyleCnt="9">
        <dgm:presLayoutVars>
          <dgm:bulletEnabled val="1"/>
        </dgm:presLayoutVars>
      </dgm:prSet>
      <dgm:spPr/>
      <dgm:t>
        <a:bodyPr/>
        <a:lstStyle/>
        <a:p>
          <a:endParaRPr lang="en-US"/>
        </a:p>
      </dgm:t>
    </dgm:pt>
    <dgm:pt modelId="{C75473D6-2D13-4EA3-9690-BF2FE1C8666C}" type="pres">
      <dgm:prSet presAssocID="{128F8AFF-6187-45CA-816D-4422CBD0AB2E}" presName="Name13" presStyleLbl="parChTrans1D2" presStyleIdx="7" presStyleCnt="9"/>
      <dgm:spPr/>
      <dgm:t>
        <a:bodyPr/>
        <a:lstStyle/>
        <a:p>
          <a:endParaRPr lang="en-US"/>
        </a:p>
      </dgm:t>
    </dgm:pt>
    <dgm:pt modelId="{2CE9AA2B-C105-4EF0-B434-FAAFB93427A6}" type="pres">
      <dgm:prSet presAssocID="{5AD75068-4D68-43BF-AC77-27AB7531EFA2}" presName="childText" presStyleLbl="bgAcc1" presStyleIdx="7" presStyleCnt="9">
        <dgm:presLayoutVars>
          <dgm:bulletEnabled val="1"/>
        </dgm:presLayoutVars>
      </dgm:prSet>
      <dgm:spPr/>
      <dgm:t>
        <a:bodyPr/>
        <a:lstStyle/>
        <a:p>
          <a:endParaRPr lang="en-US"/>
        </a:p>
      </dgm:t>
    </dgm:pt>
    <dgm:pt modelId="{F7D043DA-27E9-4AD1-87BF-D83BA7A25592}" type="pres">
      <dgm:prSet presAssocID="{D2BF7B40-8179-4A6F-A932-839307976F20}" presName="Name13" presStyleLbl="parChTrans1D2" presStyleIdx="8" presStyleCnt="9"/>
      <dgm:spPr/>
      <dgm:t>
        <a:bodyPr/>
        <a:lstStyle/>
        <a:p>
          <a:endParaRPr lang="en-US"/>
        </a:p>
      </dgm:t>
    </dgm:pt>
    <dgm:pt modelId="{BC0C1334-6DF4-4DCF-AA9A-020E79BD2913}" type="pres">
      <dgm:prSet presAssocID="{B5B68B23-B84C-4F30-85F5-43133CAF5B8C}" presName="childText" presStyleLbl="bgAcc1" presStyleIdx="8" presStyleCnt="9">
        <dgm:presLayoutVars>
          <dgm:bulletEnabled val="1"/>
        </dgm:presLayoutVars>
      </dgm:prSet>
      <dgm:spPr/>
      <dgm:t>
        <a:bodyPr/>
        <a:lstStyle/>
        <a:p>
          <a:endParaRPr lang="en-US"/>
        </a:p>
      </dgm:t>
    </dgm:pt>
  </dgm:ptLst>
  <dgm:cxnLst>
    <dgm:cxn modelId="{DA2739C4-919D-4E41-ACCD-0363AF2558C7}" type="presOf" srcId="{DCEA9ECB-6A42-45DF-A155-4C13A6B49973}" destId="{C49156E7-89EF-436C-A828-3CFA0A443F37}" srcOrd="1" destOrd="0" presId="urn:microsoft.com/office/officeart/2005/8/layout/hierarchy3"/>
    <dgm:cxn modelId="{8812A8F5-0E61-4EF3-A5A2-F06743B7DBAC}" type="presOf" srcId="{36194568-263A-4A88-BD5A-D8999B9CF9C4}" destId="{7A94CFB5-06B2-4472-8DEE-CEB22425D63E}" srcOrd="0" destOrd="0" presId="urn:microsoft.com/office/officeart/2005/8/layout/hierarchy3"/>
    <dgm:cxn modelId="{9208E4EF-17B1-4544-828C-AFFF5EE2E688}" srcId="{DCEA9ECB-6A42-45DF-A155-4C13A6B49973}" destId="{36194568-263A-4A88-BD5A-D8999B9CF9C4}" srcOrd="0" destOrd="0" parTransId="{6D485022-41A7-43BE-9688-F36F87DE6079}" sibTransId="{A93A8105-FEEE-4BF9-94CC-0AC8CE6F4C18}"/>
    <dgm:cxn modelId="{F0A9C7EE-D29A-4E2D-9EB8-C98CED52A6CD}" type="presOf" srcId="{A60ED9B3-1EDF-4376-8FEF-DDD098DE14E2}" destId="{B2F48FFF-67D0-4F09-828E-E6496916E918}" srcOrd="0" destOrd="0" presId="urn:microsoft.com/office/officeart/2005/8/layout/hierarchy3"/>
    <dgm:cxn modelId="{BF862D0B-FAD9-4C03-9669-100F17711761}" type="presOf" srcId="{EE687C85-EE2F-4267-A3D2-B21A02AC847F}" destId="{1C1E77A5-6360-4D20-8238-07EB54CA0C19}" srcOrd="1" destOrd="0" presId="urn:microsoft.com/office/officeart/2005/8/layout/hierarchy3"/>
    <dgm:cxn modelId="{FEB6BFA0-5AB1-4D1F-859A-16F984710A65}" type="presOf" srcId="{12E4CCDA-A6D1-4ECF-8344-F7893653B835}" destId="{879497B8-97D6-41C9-8F60-2CA7A2718BF3}" srcOrd="0" destOrd="0" presId="urn:microsoft.com/office/officeart/2005/8/layout/hierarchy3"/>
    <dgm:cxn modelId="{18CD1C42-3768-411C-965E-73D7FA12AF54}" type="presOf" srcId="{5ED0D607-259A-48D2-89D5-45904AE6F8E8}" destId="{47A8D99D-037F-427A-96FD-575FD3589D86}" srcOrd="0" destOrd="0" presId="urn:microsoft.com/office/officeart/2005/8/layout/hierarchy3"/>
    <dgm:cxn modelId="{812AF07A-D020-444E-B293-87055761713A}" srcId="{DCEA9ECB-6A42-45DF-A155-4C13A6B49973}" destId="{7071786B-8138-43F3-B90F-F11382201D89}" srcOrd="2" destOrd="0" parTransId="{E2311A9B-297F-4C3E-847C-DA14F7CECF8E}" sibTransId="{934A7F7C-4299-4B10-BA85-B3B0159351AF}"/>
    <dgm:cxn modelId="{C993EBFD-26BF-4F62-A9BE-5FA6D1FDC890}" type="presOf" srcId="{1231119F-3231-4C8A-B3F6-362086F2D5B9}" destId="{D1F39C8F-A360-48D0-B663-B6E0CA422201}" srcOrd="0" destOrd="0" presId="urn:microsoft.com/office/officeart/2005/8/layout/hierarchy3"/>
    <dgm:cxn modelId="{75C88460-EB28-4B11-B7A2-A92E47FC1549}" srcId="{71D91A4B-000E-47E2-AC91-C5F87880DD72}" destId="{A8D57985-D15C-4063-94A3-25B7E3260BE5}" srcOrd="1" destOrd="0" parTransId="{5ED0D607-259A-48D2-89D5-45904AE6F8E8}" sibTransId="{2EAAB213-A82E-4095-8F5D-4B2826C82CBD}"/>
    <dgm:cxn modelId="{99898BF2-AC9C-48C3-99C8-280A32C0C0F7}" srcId="{A60ED9B3-1EDF-4376-8FEF-DDD098DE14E2}" destId="{EE687C85-EE2F-4267-A3D2-B21A02AC847F}" srcOrd="2" destOrd="0" parTransId="{3FA6080A-7A49-4829-9A89-7ED9EEBB78D0}" sibTransId="{29EE70D9-53D5-4CDF-9E90-E8A2B1F85C14}"/>
    <dgm:cxn modelId="{0B3CCA6C-3933-4893-9260-4ADCBE7ECFDD}" type="presOf" srcId="{EE687C85-EE2F-4267-A3D2-B21A02AC847F}" destId="{1F3558A1-DD7A-4997-9632-AFB18036E6AC}" srcOrd="0" destOrd="0" presId="urn:microsoft.com/office/officeart/2005/8/layout/hierarchy3"/>
    <dgm:cxn modelId="{EB95A3F4-4614-4BE5-9D30-9CE1126470D5}" type="presOf" srcId="{6D485022-41A7-43BE-9688-F36F87DE6079}" destId="{D157D44D-8366-4B31-8B07-8C49AD94DBEC}" srcOrd="0" destOrd="0" presId="urn:microsoft.com/office/officeart/2005/8/layout/hierarchy3"/>
    <dgm:cxn modelId="{463FA45C-195C-4544-91E3-87E0C9AB9F6A}" srcId="{A60ED9B3-1EDF-4376-8FEF-DDD098DE14E2}" destId="{DCEA9ECB-6A42-45DF-A155-4C13A6B49973}" srcOrd="0" destOrd="0" parTransId="{47E5E3AA-05B2-455D-8496-689E45F26AF5}" sibTransId="{0DF55BD2-C844-4EAD-947C-E2B8B089FC62}"/>
    <dgm:cxn modelId="{36083044-0E8D-46F7-BB1C-531C2347D5EF}" type="presOf" srcId="{AB0C5235-97A6-4BE4-9BBC-981D80D4147F}" destId="{2D0D1532-9D82-41CE-9A15-0EF7E1FE26F8}" srcOrd="0" destOrd="0" presId="urn:microsoft.com/office/officeart/2005/8/layout/hierarchy3"/>
    <dgm:cxn modelId="{67BAF433-1A4D-4953-89C8-CB2084125688}" type="presOf" srcId="{A35B354E-63C6-4D35-A07A-6EC1AE9B1FA5}" destId="{24BFC5FC-32D6-4E86-A010-6DF0A834FE2D}" srcOrd="0" destOrd="0" presId="urn:microsoft.com/office/officeart/2005/8/layout/hierarchy3"/>
    <dgm:cxn modelId="{90C7E273-AB9D-4266-9F7A-3EE7C5C5657C}" type="presOf" srcId="{67EB8268-25C3-4EB8-9668-3DA3D1635BCD}" destId="{B321AB37-C38E-455C-8D19-6A4BB5515358}" srcOrd="0" destOrd="0" presId="urn:microsoft.com/office/officeart/2005/8/layout/hierarchy3"/>
    <dgm:cxn modelId="{3C937902-1E07-47CD-9A69-913A13218C80}" type="presOf" srcId="{A8D57985-D15C-4063-94A3-25B7E3260BE5}" destId="{1C103AE5-F0A6-409E-87A6-887AE42CAEFE}" srcOrd="0" destOrd="0" presId="urn:microsoft.com/office/officeart/2005/8/layout/hierarchy3"/>
    <dgm:cxn modelId="{1CC784EC-D00D-4DFE-9027-2917401AA2E3}" type="presOf" srcId="{59423132-8321-4E4C-B1EB-6A76EEEC4F98}" destId="{7A317A4F-F35F-4AA5-9BA8-A152D8A04CB8}" srcOrd="0" destOrd="0" presId="urn:microsoft.com/office/officeart/2005/8/layout/hierarchy3"/>
    <dgm:cxn modelId="{6AFA3BBF-4643-49E4-8FF7-6D0329A4AC95}" srcId="{EE687C85-EE2F-4267-A3D2-B21A02AC847F}" destId="{B5B68B23-B84C-4F30-85F5-43133CAF5B8C}" srcOrd="2" destOrd="0" parTransId="{D2BF7B40-8179-4A6F-A932-839307976F20}" sibTransId="{DEFF507A-2001-4E84-88C7-0E4911B89F22}"/>
    <dgm:cxn modelId="{06C04844-79C1-4F4A-BA49-0D31DF2DBE76}" type="presOf" srcId="{E2311A9B-297F-4C3E-847C-DA14F7CECF8E}" destId="{4CFA9547-0F3F-42AA-84DE-2D40DCE5C484}" srcOrd="0" destOrd="0" presId="urn:microsoft.com/office/officeart/2005/8/layout/hierarchy3"/>
    <dgm:cxn modelId="{E3CC3BC7-64C2-491D-AF7D-CD0DDEE92C0F}" type="presOf" srcId="{128F8AFF-6187-45CA-816D-4422CBD0AB2E}" destId="{C75473D6-2D13-4EA3-9690-BF2FE1C8666C}" srcOrd="0" destOrd="0" presId="urn:microsoft.com/office/officeart/2005/8/layout/hierarchy3"/>
    <dgm:cxn modelId="{678B1803-A5B1-4493-962B-9AC4C12D6462}" type="presOf" srcId="{92E8520D-F3B7-40D9-82E8-46BA4BED3A53}" destId="{5BFDD08E-696C-4AD6-9700-E358D2E03AA3}" srcOrd="0" destOrd="0" presId="urn:microsoft.com/office/officeart/2005/8/layout/hierarchy3"/>
    <dgm:cxn modelId="{EA39D5D8-ED15-450D-B8BE-533B055BF540}" srcId="{EE687C85-EE2F-4267-A3D2-B21A02AC847F}" destId="{5AD75068-4D68-43BF-AC77-27AB7531EFA2}" srcOrd="1" destOrd="0" parTransId="{128F8AFF-6187-45CA-816D-4422CBD0AB2E}" sibTransId="{8A895520-FE5F-49AA-9D4F-D18396E77FE2}"/>
    <dgm:cxn modelId="{A897DFD2-20B3-41F8-AD04-20D93BD5B773}" type="presOf" srcId="{71D91A4B-000E-47E2-AC91-C5F87880DD72}" destId="{ABE450FC-35CE-42A1-8700-67127FFD2C40}" srcOrd="1" destOrd="0" presId="urn:microsoft.com/office/officeart/2005/8/layout/hierarchy3"/>
    <dgm:cxn modelId="{18CA8618-CC73-458E-ADDF-9BB3E75E4146}" type="presOf" srcId="{DCEA9ECB-6A42-45DF-A155-4C13A6B49973}" destId="{484DD59B-4A4B-46FB-9A38-50CB552237CC}" srcOrd="0" destOrd="0" presId="urn:microsoft.com/office/officeart/2005/8/layout/hierarchy3"/>
    <dgm:cxn modelId="{9AFF3C7C-ABC1-4933-AA66-C6C2019BCFD5}" srcId="{EE687C85-EE2F-4267-A3D2-B21A02AC847F}" destId="{92E8520D-F3B7-40D9-82E8-46BA4BED3A53}" srcOrd="0" destOrd="0" parTransId="{1231119F-3231-4C8A-B3F6-362086F2D5B9}" sibTransId="{3A1B8AE0-66A3-4C4F-BE3B-F2B05798A82A}"/>
    <dgm:cxn modelId="{6E1CA4A9-8D4B-44FE-9043-CC84777433F5}" type="presOf" srcId="{B5B68B23-B84C-4F30-85F5-43133CAF5B8C}" destId="{BC0C1334-6DF4-4DCF-AA9A-020E79BD2913}" srcOrd="0" destOrd="0" presId="urn:microsoft.com/office/officeart/2005/8/layout/hierarchy3"/>
    <dgm:cxn modelId="{B07E25E6-C58F-4754-A1E8-17BB8A403ECE}" type="presOf" srcId="{7071786B-8138-43F3-B90F-F11382201D89}" destId="{48F86657-E6E8-4F5B-A898-B3C61591CC97}" srcOrd="0" destOrd="0" presId="urn:microsoft.com/office/officeart/2005/8/layout/hierarchy3"/>
    <dgm:cxn modelId="{CFAD6FE2-6AEB-440F-9733-A85E3B237763}" type="presOf" srcId="{D2BF7B40-8179-4A6F-A932-839307976F20}" destId="{F7D043DA-27E9-4AD1-87BF-D83BA7A25592}" srcOrd="0" destOrd="0" presId="urn:microsoft.com/office/officeart/2005/8/layout/hierarchy3"/>
    <dgm:cxn modelId="{4911ECFC-FC72-42E7-BC92-93BC99EF23B9}" srcId="{A60ED9B3-1EDF-4376-8FEF-DDD098DE14E2}" destId="{71D91A4B-000E-47E2-AC91-C5F87880DD72}" srcOrd="1" destOrd="0" parTransId="{AA2412B1-3207-4732-90FF-41BC3E25A6C0}" sibTransId="{0BA4D3F8-B413-459C-9A73-5B34A0965759}"/>
    <dgm:cxn modelId="{1329998A-D70A-4D85-8159-DD670408579B}" type="presOf" srcId="{71D91A4B-000E-47E2-AC91-C5F87880DD72}" destId="{2F35791B-B80B-485C-B1CC-933C16033715}" srcOrd="0" destOrd="0" presId="urn:microsoft.com/office/officeart/2005/8/layout/hierarchy3"/>
    <dgm:cxn modelId="{E460A14B-452C-4A5A-A8EB-FA125B04771A}" srcId="{71D91A4B-000E-47E2-AC91-C5F87880DD72}" destId="{AB0C5235-97A6-4BE4-9BBC-981D80D4147F}" srcOrd="2" destOrd="0" parTransId="{67EB8268-25C3-4EB8-9668-3DA3D1635BCD}" sibTransId="{55ACFE9C-61E8-4C36-8F1C-8B102E690A2D}"/>
    <dgm:cxn modelId="{CA1D1924-C0AB-4859-BF2E-6385F45B82ED}" type="presOf" srcId="{5AD75068-4D68-43BF-AC77-27AB7531EFA2}" destId="{2CE9AA2B-C105-4EF0-B434-FAAFB93427A6}" srcOrd="0" destOrd="0" presId="urn:microsoft.com/office/officeart/2005/8/layout/hierarchy3"/>
    <dgm:cxn modelId="{C7CF8A03-D6EA-45B9-9D31-5BE64CCF90EB}" type="presOf" srcId="{857961A8-9DE5-4E7E-97FB-31AE4FEF7AF5}" destId="{FC6A2167-71AF-4B99-9E5C-8C9CA7796A66}" srcOrd="0" destOrd="0" presId="urn:microsoft.com/office/officeart/2005/8/layout/hierarchy3"/>
    <dgm:cxn modelId="{A7D4CA11-D7CE-4803-A534-7F292B40C528}" srcId="{DCEA9ECB-6A42-45DF-A155-4C13A6B49973}" destId="{12E4CCDA-A6D1-4ECF-8344-F7893653B835}" srcOrd="1" destOrd="0" parTransId="{857961A8-9DE5-4E7E-97FB-31AE4FEF7AF5}" sibTransId="{FD6BD896-5A05-4578-8D7C-BEAAD979EA8D}"/>
    <dgm:cxn modelId="{20D267B7-7B27-4175-980F-40C6933CA6CE}" srcId="{71D91A4B-000E-47E2-AC91-C5F87880DD72}" destId="{59423132-8321-4E4C-B1EB-6A76EEEC4F98}" srcOrd="0" destOrd="0" parTransId="{A35B354E-63C6-4D35-A07A-6EC1AE9B1FA5}" sibTransId="{F6F9C822-749B-4E72-B3E8-9BA475F2318E}"/>
    <dgm:cxn modelId="{A9748D9A-35A3-453E-BA0D-B7926A77D875}" type="presParOf" srcId="{B2F48FFF-67D0-4F09-828E-E6496916E918}" destId="{964F50CE-2DCF-4B40-96FA-810ABBBFA5FF}" srcOrd="0" destOrd="0" presId="urn:microsoft.com/office/officeart/2005/8/layout/hierarchy3"/>
    <dgm:cxn modelId="{EBF5C1F9-A658-4213-8411-3F7A2AA217E4}" type="presParOf" srcId="{964F50CE-2DCF-4B40-96FA-810ABBBFA5FF}" destId="{3B26DD26-5103-4B9D-8D3B-5F7C49B594B1}" srcOrd="0" destOrd="0" presId="urn:microsoft.com/office/officeart/2005/8/layout/hierarchy3"/>
    <dgm:cxn modelId="{7063E3B1-99F5-47C2-8C6A-E42EA4448ADD}" type="presParOf" srcId="{3B26DD26-5103-4B9D-8D3B-5F7C49B594B1}" destId="{484DD59B-4A4B-46FB-9A38-50CB552237CC}" srcOrd="0" destOrd="0" presId="urn:microsoft.com/office/officeart/2005/8/layout/hierarchy3"/>
    <dgm:cxn modelId="{21E58E6E-D32E-4458-8703-023E39138973}" type="presParOf" srcId="{3B26DD26-5103-4B9D-8D3B-5F7C49B594B1}" destId="{C49156E7-89EF-436C-A828-3CFA0A443F37}" srcOrd="1" destOrd="0" presId="urn:microsoft.com/office/officeart/2005/8/layout/hierarchy3"/>
    <dgm:cxn modelId="{D538331B-1334-4AB9-862B-AFC3066A0FBD}" type="presParOf" srcId="{964F50CE-2DCF-4B40-96FA-810ABBBFA5FF}" destId="{43612A2B-EF98-4AB2-8E8C-A580EBC3F92A}" srcOrd="1" destOrd="0" presId="urn:microsoft.com/office/officeart/2005/8/layout/hierarchy3"/>
    <dgm:cxn modelId="{39B52A96-0366-4C6E-9B22-99D2D0C5CDC2}" type="presParOf" srcId="{43612A2B-EF98-4AB2-8E8C-A580EBC3F92A}" destId="{D157D44D-8366-4B31-8B07-8C49AD94DBEC}" srcOrd="0" destOrd="0" presId="urn:microsoft.com/office/officeart/2005/8/layout/hierarchy3"/>
    <dgm:cxn modelId="{ABDD35D1-F5D6-4D00-AEC8-CBAE9F51E68A}" type="presParOf" srcId="{43612A2B-EF98-4AB2-8E8C-A580EBC3F92A}" destId="{7A94CFB5-06B2-4472-8DEE-CEB22425D63E}" srcOrd="1" destOrd="0" presId="urn:microsoft.com/office/officeart/2005/8/layout/hierarchy3"/>
    <dgm:cxn modelId="{63FFCEE3-53E9-4084-9886-0EB4E6A5FFDE}" type="presParOf" srcId="{43612A2B-EF98-4AB2-8E8C-A580EBC3F92A}" destId="{FC6A2167-71AF-4B99-9E5C-8C9CA7796A66}" srcOrd="2" destOrd="0" presId="urn:microsoft.com/office/officeart/2005/8/layout/hierarchy3"/>
    <dgm:cxn modelId="{071F208F-3524-41EA-8540-F55559376D95}" type="presParOf" srcId="{43612A2B-EF98-4AB2-8E8C-A580EBC3F92A}" destId="{879497B8-97D6-41C9-8F60-2CA7A2718BF3}" srcOrd="3" destOrd="0" presId="urn:microsoft.com/office/officeart/2005/8/layout/hierarchy3"/>
    <dgm:cxn modelId="{AF72078E-4DF7-4417-9D1B-B2B0E5043BCC}" type="presParOf" srcId="{43612A2B-EF98-4AB2-8E8C-A580EBC3F92A}" destId="{4CFA9547-0F3F-42AA-84DE-2D40DCE5C484}" srcOrd="4" destOrd="0" presId="urn:microsoft.com/office/officeart/2005/8/layout/hierarchy3"/>
    <dgm:cxn modelId="{F22E8B95-AE71-4611-AE39-5670C3F53B84}" type="presParOf" srcId="{43612A2B-EF98-4AB2-8E8C-A580EBC3F92A}" destId="{48F86657-E6E8-4F5B-A898-B3C61591CC97}" srcOrd="5" destOrd="0" presId="urn:microsoft.com/office/officeart/2005/8/layout/hierarchy3"/>
    <dgm:cxn modelId="{0E71D201-0146-4572-B4DE-DF0F481985C8}" type="presParOf" srcId="{B2F48FFF-67D0-4F09-828E-E6496916E918}" destId="{F6C52C27-C575-4C44-9C60-2CF27592DE34}" srcOrd="1" destOrd="0" presId="urn:microsoft.com/office/officeart/2005/8/layout/hierarchy3"/>
    <dgm:cxn modelId="{BCCBA15C-D940-4890-AE25-D2BE7C6FC24A}" type="presParOf" srcId="{F6C52C27-C575-4C44-9C60-2CF27592DE34}" destId="{0CEDF0F9-DDA0-494A-8472-132C17BF8464}" srcOrd="0" destOrd="0" presId="urn:microsoft.com/office/officeart/2005/8/layout/hierarchy3"/>
    <dgm:cxn modelId="{23AB41DA-3F4D-4280-8932-FBB5FB7EE47E}" type="presParOf" srcId="{0CEDF0F9-DDA0-494A-8472-132C17BF8464}" destId="{2F35791B-B80B-485C-B1CC-933C16033715}" srcOrd="0" destOrd="0" presId="urn:microsoft.com/office/officeart/2005/8/layout/hierarchy3"/>
    <dgm:cxn modelId="{218B3F51-DC32-4B65-8507-D6DAB74A75AF}" type="presParOf" srcId="{0CEDF0F9-DDA0-494A-8472-132C17BF8464}" destId="{ABE450FC-35CE-42A1-8700-67127FFD2C40}" srcOrd="1" destOrd="0" presId="urn:microsoft.com/office/officeart/2005/8/layout/hierarchy3"/>
    <dgm:cxn modelId="{C65BB523-65A8-4A10-A69B-A96ABFDEF06E}" type="presParOf" srcId="{F6C52C27-C575-4C44-9C60-2CF27592DE34}" destId="{4AC26413-4AA9-4955-A3A0-00CDD5437B0E}" srcOrd="1" destOrd="0" presId="urn:microsoft.com/office/officeart/2005/8/layout/hierarchy3"/>
    <dgm:cxn modelId="{9FD250A7-794A-4722-A138-C1878732C217}" type="presParOf" srcId="{4AC26413-4AA9-4955-A3A0-00CDD5437B0E}" destId="{24BFC5FC-32D6-4E86-A010-6DF0A834FE2D}" srcOrd="0" destOrd="0" presId="urn:microsoft.com/office/officeart/2005/8/layout/hierarchy3"/>
    <dgm:cxn modelId="{511CEFCE-5E1C-412A-9682-D8DD26DCAEBA}" type="presParOf" srcId="{4AC26413-4AA9-4955-A3A0-00CDD5437B0E}" destId="{7A317A4F-F35F-4AA5-9BA8-A152D8A04CB8}" srcOrd="1" destOrd="0" presId="urn:microsoft.com/office/officeart/2005/8/layout/hierarchy3"/>
    <dgm:cxn modelId="{2BEAE3AD-3ECB-40D0-97EE-D39023F21A6B}" type="presParOf" srcId="{4AC26413-4AA9-4955-A3A0-00CDD5437B0E}" destId="{47A8D99D-037F-427A-96FD-575FD3589D86}" srcOrd="2" destOrd="0" presId="urn:microsoft.com/office/officeart/2005/8/layout/hierarchy3"/>
    <dgm:cxn modelId="{5B990863-925C-4501-AF22-942A8BF3017D}" type="presParOf" srcId="{4AC26413-4AA9-4955-A3A0-00CDD5437B0E}" destId="{1C103AE5-F0A6-409E-87A6-887AE42CAEFE}" srcOrd="3" destOrd="0" presId="urn:microsoft.com/office/officeart/2005/8/layout/hierarchy3"/>
    <dgm:cxn modelId="{FF1DF177-D6C2-4A79-B662-14BBABBC3624}" type="presParOf" srcId="{4AC26413-4AA9-4955-A3A0-00CDD5437B0E}" destId="{B321AB37-C38E-455C-8D19-6A4BB5515358}" srcOrd="4" destOrd="0" presId="urn:microsoft.com/office/officeart/2005/8/layout/hierarchy3"/>
    <dgm:cxn modelId="{75B79DCC-1FFE-473C-9BD5-883F678F5C7F}" type="presParOf" srcId="{4AC26413-4AA9-4955-A3A0-00CDD5437B0E}" destId="{2D0D1532-9D82-41CE-9A15-0EF7E1FE26F8}" srcOrd="5" destOrd="0" presId="urn:microsoft.com/office/officeart/2005/8/layout/hierarchy3"/>
    <dgm:cxn modelId="{437BF8E6-D97F-413A-BF07-305F187A1271}" type="presParOf" srcId="{B2F48FFF-67D0-4F09-828E-E6496916E918}" destId="{F4A8FAD8-BCF5-40DC-9301-02D6C147BB43}" srcOrd="2" destOrd="0" presId="urn:microsoft.com/office/officeart/2005/8/layout/hierarchy3"/>
    <dgm:cxn modelId="{1EEC5AA3-FF82-49B9-9B3F-6E4677459AD7}" type="presParOf" srcId="{F4A8FAD8-BCF5-40DC-9301-02D6C147BB43}" destId="{180035E4-F271-4601-AC89-A14D8103D9B8}" srcOrd="0" destOrd="0" presId="urn:microsoft.com/office/officeart/2005/8/layout/hierarchy3"/>
    <dgm:cxn modelId="{425C9A02-7CF8-4039-8554-5B4858129D37}" type="presParOf" srcId="{180035E4-F271-4601-AC89-A14D8103D9B8}" destId="{1F3558A1-DD7A-4997-9632-AFB18036E6AC}" srcOrd="0" destOrd="0" presId="urn:microsoft.com/office/officeart/2005/8/layout/hierarchy3"/>
    <dgm:cxn modelId="{7CE142F2-0C9B-4770-B8A2-A8D6A8D14374}" type="presParOf" srcId="{180035E4-F271-4601-AC89-A14D8103D9B8}" destId="{1C1E77A5-6360-4D20-8238-07EB54CA0C19}" srcOrd="1" destOrd="0" presId="urn:microsoft.com/office/officeart/2005/8/layout/hierarchy3"/>
    <dgm:cxn modelId="{441586CE-429F-4416-BD49-ABFBAB491A29}" type="presParOf" srcId="{F4A8FAD8-BCF5-40DC-9301-02D6C147BB43}" destId="{A7922C61-8994-4E65-96ED-E3CB3EB00D01}" srcOrd="1" destOrd="0" presId="urn:microsoft.com/office/officeart/2005/8/layout/hierarchy3"/>
    <dgm:cxn modelId="{E84B642E-B388-4E21-8F28-33BE57799690}" type="presParOf" srcId="{A7922C61-8994-4E65-96ED-E3CB3EB00D01}" destId="{D1F39C8F-A360-48D0-B663-B6E0CA422201}" srcOrd="0" destOrd="0" presId="urn:microsoft.com/office/officeart/2005/8/layout/hierarchy3"/>
    <dgm:cxn modelId="{939ACADD-05A5-4C1C-8EB9-6A91006AA81D}" type="presParOf" srcId="{A7922C61-8994-4E65-96ED-E3CB3EB00D01}" destId="{5BFDD08E-696C-4AD6-9700-E358D2E03AA3}" srcOrd="1" destOrd="0" presId="urn:microsoft.com/office/officeart/2005/8/layout/hierarchy3"/>
    <dgm:cxn modelId="{7154AB3C-2531-445B-83FC-A3FC19A7FC0B}" type="presParOf" srcId="{A7922C61-8994-4E65-96ED-E3CB3EB00D01}" destId="{C75473D6-2D13-4EA3-9690-BF2FE1C8666C}" srcOrd="2" destOrd="0" presId="urn:microsoft.com/office/officeart/2005/8/layout/hierarchy3"/>
    <dgm:cxn modelId="{6710E2EC-BB48-4950-A2B5-677F654085C9}" type="presParOf" srcId="{A7922C61-8994-4E65-96ED-E3CB3EB00D01}" destId="{2CE9AA2B-C105-4EF0-B434-FAAFB93427A6}" srcOrd="3" destOrd="0" presId="urn:microsoft.com/office/officeart/2005/8/layout/hierarchy3"/>
    <dgm:cxn modelId="{85B5B54E-08BE-404C-968E-64F5DC8CED42}" type="presParOf" srcId="{A7922C61-8994-4E65-96ED-E3CB3EB00D01}" destId="{F7D043DA-27E9-4AD1-87BF-D83BA7A25592}" srcOrd="4" destOrd="0" presId="urn:microsoft.com/office/officeart/2005/8/layout/hierarchy3"/>
    <dgm:cxn modelId="{87F72147-9619-49C0-B352-CF9E2D9D937C}" type="presParOf" srcId="{A7922C61-8994-4E65-96ED-E3CB3EB00D01}" destId="{BC0C1334-6DF4-4DCF-AA9A-020E79BD2913}" srcOrd="5"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583C6F3-B255-4DF0-84A7-90EC41F60370}" type="doc">
      <dgm:prSet loTypeId="urn:microsoft.com/office/officeart/2005/8/layout/default" loCatId="list" qsTypeId="urn:microsoft.com/office/officeart/2005/8/quickstyle/simple4" qsCatId="simple" csTypeId="urn:microsoft.com/office/officeart/2005/8/colors/accent1_3" csCatId="accent1" phldr="1"/>
      <dgm:spPr/>
      <dgm:t>
        <a:bodyPr/>
        <a:lstStyle/>
        <a:p>
          <a:endParaRPr lang="en-US"/>
        </a:p>
      </dgm:t>
    </dgm:pt>
    <dgm:pt modelId="{6A0FCD69-D593-4F99-BEE9-50C054ACE7AF}">
      <dgm:prSet phldrT="[Text]"/>
      <dgm:spPr/>
      <dgm:t>
        <a:bodyPr/>
        <a:lstStyle/>
        <a:p>
          <a:r>
            <a:rPr lang="en-US" dirty="0"/>
            <a:t>Frontend developed using </a:t>
          </a:r>
          <a:r>
            <a:rPr lang="en-US" dirty="0" err="1"/>
            <a:t>Streamlit</a:t>
          </a:r>
          <a:endParaRPr lang="en-US" dirty="0"/>
        </a:p>
      </dgm:t>
    </dgm:pt>
    <dgm:pt modelId="{A42D821B-6BD4-4DAB-A167-A9DED9EC4F7A}" type="parTrans" cxnId="{0AB56BEE-ADE9-4FAF-B855-8D39F220D51E}">
      <dgm:prSet/>
      <dgm:spPr/>
      <dgm:t>
        <a:bodyPr/>
        <a:lstStyle/>
        <a:p>
          <a:endParaRPr lang="en-US"/>
        </a:p>
      </dgm:t>
    </dgm:pt>
    <dgm:pt modelId="{2124494D-B163-457E-B449-37F1FE05977E}" type="sibTrans" cxnId="{0AB56BEE-ADE9-4FAF-B855-8D39F220D51E}">
      <dgm:prSet/>
      <dgm:spPr/>
      <dgm:t>
        <a:bodyPr/>
        <a:lstStyle/>
        <a:p>
          <a:endParaRPr lang="en-US"/>
        </a:p>
      </dgm:t>
    </dgm:pt>
    <dgm:pt modelId="{D17AF57C-EE85-41D0-98E4-0FDA628F0A81}">
      <dgm:prSet/>
      <dgm:spPr/>
      <dgm:t>
        <a:bodyPr/>
        <a:lstStyle/>
        <a:p>
          <a:r>
            <a:rPr lang="en-US" dirty="0"/>
            <a:t>Backend API built using </a:t>
          </a:r>
          <a:r>
            <a:rPr lang="en-US" dirty="0" err="1"/>
            <a:t>FastAPI</a:t>
          </a:r>
          <a:endParaRPr lang="en-US" dirty="0"/>
        </a:p>
      </dgm:t>
    </dgm:pt>
    <dgm:pt modelId="{99B01D2D-A49E-46B8-936B-F263052EDB93}" type="parTrans" cxnId="{49F8D65B-E911-43C4-9058-8A6EAC3CA10A}">
      <dgm:prSet/>
      <dgm:spPr/>
      <dgm:t>
        <a:bodyPr/>
        <a:lstStyle/>
        <a:p>
          <a:endParaRPr lang="en-US"/>
        </a:p>
      </dgm:t>
    </dgm:pt>
    <dgm:pt modelId="{94C1EB2A-9C1E-42F1-99A0-BCB1EA2A5692}" type="sibTrans" cxnId="{49F8D65B-E911-43C4-9058-8A6EAC3CA10A}">
      <dgm:prSet/>
      <dgm:spPr/>
      <dgm:t>
        <a:bodyPr/>
        <a:lstStyle/>
        <a:p>
          <a:endParaRPr lang="en-US"/>
        </a:p>
      </dgm:t>
    </dgm:pt>
    <dgm:pt modelId="{8A11E26D-31FF-41B8-ADDD-92ABC8D5E66E}">
      <dgm:prSet/>
      <dgm:spPr/>
      <dgm:t>
        <a:bodyPr/>
        <a:lstStyle/>
        <a:p>
          <a:r>
            <a:rPr lang="en-US" dirty="0"/>
            <a:t>User authentication &amp; database managed via </a:t>
          </a:r>
          <a:r>
            <a:rPr lang="en-US" dirty="0" err="1"/>
            <a:t>Supabase</a:t>
          </a:r>
          <a:endParaRPr lang="en-US" dirty="0"/>
        </a:p>
      </dgm:t>
    </dgm:pt>
    <dgm:pt modelId="{F1B3EDCF-92C9-4F90-9436-434021CD2F9E}" type="parTrans" cxnId="{BDA245F9-B8EB-40AB-B86E-8BAF51C43BB3}">
      <dgm:prSet/>
      <dgm:spPr/>
      <dgm:t>
        <a:bodyPr/>
        <a:lstStyle/>
        <a:p>
          <a:endParaRPr lang="en-US"/>
        </a:p>
      </dgm:t>
    </dgm:pt>
    <dgm:pt modelId="{16A15997-2439-494E-A54D-30268110A7FF}" type="sibTrans" cxnId="{BDA245F9-B8EB-40AB-B86E-8BAF51C43BB3}">
      <dgm:prSet/>
      <dgm:spPr/>
      <dgm:t>
        <a:bodyPr/>
        <a:lstStyle/>
        <a:p>
          <a:endParaRPr lang="en-US"/>
        </a:p>
      </dgm:t>
    </dgm:pt>
    <dgm:pt modelId="{8D3E4575-0239-412A-A8B5-89A9C3162FAD}">
      <dgm:prSet/>
      <dgm:spPr/>
      <dgm:t>
        <a:bodyPr/>
        <a:lstStyle/>
        <a:p>
          <a:r>
            <a:rPr lang="en-US" dirty="0"/>
            <a:t>AI-powered </a:t>
          </a:r>
          <a:r>
            <a:rPr lang="en-US" dirty="0" err="1"/>
            <a:t>chatbot</a:t>
          </a:r>
          <a:r>
            <a:rPr lang="en-US" dirty="0"/>
            <a:t> using Gemini API for responses</a:t>
          </a:r>
        </a:p>
      </dgm:t>
    </dgm:pt>
    <dgm:pt modelId="{04D844DB-9850-4018-9D60-EE8F5EA12C32}" type="parTrans" cxnId="{6D18CE74-314E-4F96-8050-9430D0A6C9AB}">
      <dgm:prSet/>
      <dgm:spPr/>
      <dgm:t>
        <a:bodyPr/>
        <a:lstStyle/>
        <a:p>
          <a:endParaRPr lang="en-US"/>
        </a:p>
      </dgm:t>
    </dgm:pt>
    <dgm:pt modelId="{CCEE1A18-4931-4819-B504-3FDC8EB30971}" type="sibTrans" cxnId="{6D18CE74-314E-4F96-8050-9430D0A6C9AB}">
      <dgm:prSet/>
      <dgm:spPr/>
      <dgm:t>
        <a:bodyPr/>
        <a:lstStyle/>
        <a:p>
          <a:endParaRPr lang="en-US"/>
        </a:p>
      </dgm:t>
    </dgm:pt>
    <dgm:pt modelId="{E32FF1A6-BE09-4947-8EB9-7DCF3A00F0DE}">
      <dgm:prSet/>
      <dgm:spPr/>
      <dgm:t>
        <a:bodyPr/>
        <a:lstStyle/>
        <a:p>
          <a:r>
            <a:rPr lang="en-US" dirty="0"/>
            <a:t> Secure and scalable architecture for real-time interactions</a:t>
          </a:r>
        </a:p>
      </dgm:t>
    </dgm:pt>
    <dgm:pt modelId="{C9126F6F-029A-41D5-A2B6-D37360D3D17D}" type="parTrans" cxnId="{164134E7-D68D-4602-8D4B-2E2934D342CC}">
      <dgm:prSet/>
      <dgm:spPr/>
      <dgm:t>
        <a:bodyPr/>
        <a:lstStyle/>
        <a:p>
          <a:endParaRPr lang="en-US"/>
        </a:p>
      </dgm:t>
    </dgm:pt>
    <dgm:pt modelId="{A3B79D45-4972-4537-AAE4-5DA1827AAFEC}" type="sibTrans" cxnId="{164134E7-D68D-4602-8D4B-2E2934D342CC}">
      <dgm:prSet/>
      <dgm:spPr/>
      <dgm:t>
        <a:bodyPr/>
        <a:lstStyle/>
        <a:p>
          <a:endParaRPr lang="en-US"/>
        </a:p>
      </dgm:t>
    </dgm:pt>
    <dgm:pt modelId="{C81F95F9-CA22-446C-8E05-B52DC72E5A14}" type="pres">
      <dgm:prSet presAssocID="{A583C6F3-B255-4DF0-84A7-90EC41F60370}" presName="diagram" presStyleCnt="0">
        <dgm:presLayoutVars>
          <dgm:dir/>
          <dgm:resizeHandles val="exact"/>
        </dgm:presLayoutVars>
      </dgm:prSet>
      <dgm:spPr/>
      <dgm:t>
        <a:bodyPr/>
        <a:lstStyle/>
        <a:p>
          <a:endParaRPr lang="en-US"/>
        </a:p>
      </dgm:t>
    </dgm:pt>
    <dgm:pt modelId="{B576054B-7947-4B90-B2A0-1671501F97BA}" type="pres">
      <dgm:prSet presAssocID="{6A0FCD69-D593-4F99-BEE9-50C054ACE7AF}" presName="node" presStyleLbl="node1" presStyleIdx="0" presStyleCnt="5">
        <dgm:presLayoutVars>
          <dgm:bulletEnabled val="1"/>
        </dgm:presLayoutVars>
      </dgm:prSet>
      <dgm:spPr/>
      <dgm:t>
        <a:bodyPr/>
        <a:lstStyle/>
        <a:p>
          <a:endParaRPr lang="en-US"/>
        </a:p>
      </dgm:t>
    </dgm:pt>
    <dgm:pt modelId="{51DC8665-5C98-43EB-B8B2-46F6161C5553}" type="pres">
      <dgm:prSet presAssocID="{2124494D-B163-457E-B449-37F1FE05977E}" presName="sibTrans" presStyleCnt="0"/>
      <dgm:spPr/>
    </dgm:pt>
    <dgm:pt modelId="{4B40767D-F828-4889-9180-89BCBDC5F00C}" type="pres">
      <dgm:prSet presAssocID="{D17AF57C-EE85-41D0-98E4-0FDA628F0A81}" presName="node" presStyleLbl="node1" presStyleIdx="1" presStyleCnt="5">
        <dgm:presLayoutVars>
          <dgm:bulletEnabled val="1"/>
        </dgm:presLayoutVars>
      </dgm:prSet>
      <dgm:spPr/>
      <dgm:t>
        <a:bodyPr/>
        <a:lstStyle/>
        <a:p>
          <a:endParaRPr lang="en-US"/>
        </a:p>
      </dgm:t>
    </dgm:pt>
    <dgm:pt modelId="{70D0B6B7-416E-4B89-9EC2-217F61C195D0}" type="pres">
      <dgm:prSet presAssocID="{94C1EB2A-9C1E-42F1-99A0-BCB1EA2A5692}" presName="sibTrans" presStyleCnt="0"/>
      <dgm:spPr/>
    </dgm:pt>
    <dgm:pt modelId="{774C17E8-76EA-46AB-89ED-F8D61569EFA7}" type="pres">
      <dgm:prSet presAssocID="{8A11E26D-31FF-41B8-ADDD-92ABC8D5E66E}" presName="node" presStyleLbl="node1" presStyleIdx="2" presStyleCnt="5">
        <dgm:presLayoutVars>
          <dgm:bulletEnabled val="1"/>
        </dgm:presLayoutVars>
      </dgm:prSet>
      <dgm:spPr/>
      <dgm:t>
        <a:bodyPr/>
        <a:lstStyle/>
        <a:p>
          <a:endParaRPr lang="en-US"/>
        </a:p>
      </dgm:t>
    </dgm:pt>
    <dgm:pt modelId="{09A90153-A960-4F5F-B88E-24B2AA661C03}" type="pres">
      <dgm:prSet presAssocID="{16A15997-2439-494E-A54D-30268110A7FF}" presName="sibTrans" presStyleCnt="0"/>
      <dgm:spPr/>
    </dgm:pt>
    <dgm:pt modelId="{DDD15A12-2A38-426C-8BCC-BA4865FD13D2}" type="pres">
      <dgm:prSet presAssocID="{8D3E4575-0239-412A-A8B5-89A9C3162FAD}" presName="node" presStyleLbl="node1" presStyleIdx="3" presStyleCnt="5">
        <dgm:presLayoutVars>
          <dgm:bulletEnabled val="1"/>
        </dgm:presLayoutVars>
      </dgm:prSet>
      <dgm:spPr/>
      <dgm:t>
        <a:bodyPr/>
        <a:lstStyle/>
        <a:p>
          <a:endParaRPr lang="en-US"/>
        </a:p>
      </dgm:t>
    </dgm:pt>
    <dgm:pt modelId="{EBEC9C2A-4785-4387-BA06-D8BFBEA854F9}" type="pres">
      <dgm:prSet presAssocID="{CCEE1A18-4931-4819-B504-3FDC8EB30971}" presName="sibTrans" presStyleCnt="0"/>
      <dgm:spPr/>
    </dgm:pt>
    <dgm:pt modelId="{9AA4F96F-9ADB-4060-A2A3-65956B0E945B}" type="pres">
      <dgm:prSet presAssocID="{E32FF1A6-BE09-4947-8EB9-7DCF3A00F0DE}" presName="node" presStyleLbl="node1" presStyleIdx="4" presStyleCnt="5">
        <dgm:presLayoutVars>
          <dgm:bulletEnabled val="1"/>
        </dgm:presLayoutVars>
      </dgm:prSet>
      <dgm:spPr/>
      <dgm:t>
        <a:bodyPr/>
        <a:lstStyle/>
        <a:p>
          <a:endParaRPr lang="en-US"/>
        </a:p>
      </dgm:t>
    </dgm:pt>
  </dgm:ptLst>
  <dgm:cxnLst>
    <dgm:cxn modelId="{6D18CE74-314E-4F96-8050-9430D0A6C9AB}" srcId="{A583C6F3-B255-4DF0-84A7-90EC41F60370}" destId="{8D3E4575-0239-412A-A8B5-89A9C3162FAD}" srcOrd="3" destOrd="0" parTransId="{04D844DB-9850-4018-9D60-EE8F5EA12C32}" sibTransId="{CCEE1A18-4931-4819-B504-3FDC8EB30971}"/>
    <dgm:cxn modelId="{C60386D2-48DC-47C4-BA0E-5441A21AF36C}" type="presOf" srcId="{D17AF57C-EE85-41D0-98E4-0FDA628F0A81}" destId="{4B40767D-F828-4889-9180-89BCBDC5F00C}" srcOrd="0" destOrd="0" presId="urn:microsoft.com/office/officeart/2005/8/layout/default"/>
    <dgm:cxn modelId="{1819EC8B-7C9A-4313-AF22-5FB7EA9B7604}" type="presOf" srcId="{8D3E4575-0239-412A-A8B5-89A9C3162FAD}" destId="{DDD15A12-2A38-426C-8BCC-BA4865FD13D2}" srcOrd="0" destOrd="0" presId="urn:microsoft.com/office/officeart/2005/8/layout/default"/>
    <dgm:cxn modelId="{6D2C69BD-D93A-4B80-9E23-06F605014F58}" type="presOf" srcId="{E32FF1A6-BE09-4947-8EB9-7DCF3A00F0DE}" destId="{9AA4F96F-9ADB-4060-A2A3-65956B0E945B}" srcOrd="0" destOrd="0" presId="urn:microsoft.com/office/officeart/2005/8/layout/default"/>
    <dgm:cxn modelId="{BDA245F9-B8EB-40AB-B86E-8BAF51C43BB3}" srcId="{A583C6F3-B255-4DF0-84A7-90EC41F60370}" destId="{8A11E26D-31FF-41B8-ADDD-92ABC8D5E66E}" srcOrd="2" destOrd="0" parTransId="{F1B3EDCF-92C9-4F90-9436-434021CD2F9E}" sibTransId="{16A15997-2439-494E-A54D-30268110A7FF}"/>
    <dgm:cxn modelId="{0AB56BEE-ADE9-4FAF-B855-8D39F220D51E}" srcId="{A583C6F3-B255-4DF0-84A7-90EC41F60370}" destId="{6A0FCD69-D593-4F99-BEE9-50C054ACE7AF}" srcOrd="0" destOrd="0" parTransId="{A42D821B-6BD4-4DAB-A167-A9DED9EC4F7A}" sibTransId="{2124494D-B163-457E-B449-37F1FE05977E}"/>
    <dgm:cxn modelId="{49F8D65B-E911-43C4-9058-8A6EAC3CA10A}" srcId="{A583C6F3-B255-4DF0-84A7-90EC41F60370}" destId="{D17AF57C-EE85-41D0-98E4-0FDA628F0A81}" srcOrd="1" destOrd="0" parTransId="{99B01D2D-A49E-46B8-936B-F263052EDB93}" sibTransId="{94C1EB2A-9C1E-42F1-99A0-BCB1EA2A5692}"/>
    <dgm:cxn modelId="{0B0D3E12-8033-451E-95F1-656263F07568}" type="presOf" srcId="{6A0FCD69-D593-4F99-BEE9-50C054ACE7AF}" destId="{B576054B-7947-4B90-B2A0-1671501F97BA}" srcOrd="0" destOrd="0" presId="urn:microsoft.com/office/officeart/2005/8/layout/default"/>
    <dgm:cxn modelId="{164134E7-D68D-4602-8D4B-2E2934D342CC}" srcId="{A583C6F3-B255-4DF0-84A7-90EC41F60370}" destId="{E32FF1A6-BE09-4947-8EB9-7DCF3A00F0DE}" srcOrd="4" destOrd="0" parTransId="{C9126F6F-029A-41D5-A2B6-D37360D3D17D}" sibTransId="{A3B79D45-4972-4537-AAE4-5DA1827AAFEC}"/>
    <dgm:cxn modelId="{7DEDF71B-E07B-440E-B9DB-F3CB4030E900}" type="presOf" srcId="{8A11E26D-31FF-41B8-ADDD-92ABC8D5E66E}" destId="{774C17E8-76EA-46AB-89ED-F8D61569EFA7}" srcOrd="0" destOrd="0" presId="urn:microsoft.com/office/officeart/2005/8/layout/default"/>
    <dgm:cxn modelId="{D88134C4-9C99-46F6-911F-D5B53344AEF3}" type="presOf" srcId="{A583C6F3-B255-4DF0-84A7-90EC41F60370}" destId="{C81F95F9-CA22-446C-8E05-B52DC72E5A14}" srcOrd="0" destOrd="0" presId="urn:microsoft.com/office/officeart/2005/8/layout/default"/>
    <dgm:cxn modelId="{1E00493A-D080-43E1-A58D-BA4717AE0F78}" type="presParOf" srcId="{C81F95F9-CA22-446C-8E05-B52DC72E5A14}" destId="{B576054B-7947-4B90-B2A0-1671501F97BA}" srcOrd="0" destOrd="0" presId="urn:microsoft.com/office/officeart/2005/8/layout/default"/>
    <dgm:cxn modelId="{1FB5AFDD-4D73-43F0-BF3E-183E2C317AB7}" type="presParOf" srcId="{C81F95F9-CA22-446C-8E05-B52DC72E5A14}" destId="{51DC8665-5C98-43EB-B8B2-46F6161C5553}" srcOrd="1" destOrd="0" presId="urn:microsoft.com/office/officeart/2005/8/layout/default"/>
    <dgm:cxn modelId="{2FC6DDDA-0603-42D6-9C76-91C5A0D56C90}" type="presParOf" srcId="{C81F95F9-CA22-446C-8E05-B52DC72E5A14}" destId="{4B40767D-F828-4889-9180-89BCBDC5F00C}" srcOrd="2" destOrd="0" presId="urn:microsoft.com/office/officeart/2005/8/layout/default"/>
    <dgm:cxn modelId="{0C170834-C11D-44AB-93F5-79C7FC9B2BE6}" type="presParOf" srcId="{C81F95F9-CA22-446C-8E05-B52DC72E5A14}" destId="{70D0B6B7-416E-4B89-9EC2-217F61C195D0}" srcOrd="3" destOrd="0" presId="urn:microsoft.com/office/officeart/2005/8/layout/default"/>
    <dgm:cxn modelId="{DA0924EB-2669-4EE8-BFD4-8FFBCC09DA93}" type="presParOf" srcId="{C81F95F9-CA22-446C-8E05-B52DC72E5A14}" destId="{774C17E8-76EA-46AB-89ED-F8D61569EFA7}" srcOrd="4" destOrd="0" presId="urn:microsoft.com/office/officeart/2005/8/layout/default"/>
    <dgm:cxn modelId="{E273B98C-367C-4B1E-B9C9-2224A22485A6}" type="presParOf" srcId="{C81F95F9-CA22-446C-8E05-B52DC72E5A14}" destId="{09A90153-A960-4F5F-B88E-24B2AA661C03}" srcOrd="5" destOrd="0" presId="urn:microsoft.com/office/officeart/2005/8/layout/default"/>
    <dgm:cxn modelId="{2FC165EC-2A2A-4EE6-8A2F-8FEDBE98103C}" type="presParOf" srcId="{C81F95F9-CA22-446C-8E05-B52DC72E5A14}" destId="{DDD15A12-2A38-426C-8BCC-BA4865FD13D2}" srcOrd="6" destOrd="0" presId="urn:microsoft.com/office/officeart/2005/8/layout/default"/>
    <dgm:cxn modelId="{8AD7071F-6599-48D3-A691-7638632E92AB}" type="presParOf" srcId="{C81F95F9-CA22-446C-8E05-B52DC72E5A14}" destId="{EBEC9C2A-4785-4387-BA06-D8BFBEA854F9}" srcOrd="7" destOrd="0" presId="urn:microsoft.com/office/officeart/2005/8/layout/default"/>
    <dgm:cxn modelId="{81C885FF-9A8B-4567-9FB1-7600E1915EA3}" type="presParOf" srcId="{C81F95F9-CA22-446C-8E05-B52DC72E5A14}" destId="{9AA4F96F-9ADB-4060-A2A3-65956B0E945B}" srcOrd="8" destOrd="0" presId="urn:microsoft.com/office/officeart/2005/8/layout/default"/>
  </dgm:cxnLst>
  <dgm:bg>
    <a:effectLst>
      <a:outerShdw blurRad="50800" dist="38100" dir="5400000" algn="t" rotWithShape="0">
        <a:prstClr val="black">
          <a:alpha val="40000"/>
        </a:prstClr>
      </a:outerShdw>
    </a:effect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93D9A87-C027-4107-A689-CF001018E4C2}"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DFFD3618-82A6-4298-91BF-7575B0AEDD2E}">
      <dgm:prSet phldrT="[Text]"/>
      <dgm:spPr/>
      <dgm:t>
        <a:bodyPr/>
        <a:lstStyle/>
        <a:p>
          <a:r>
            <a:rPr lang="en-US" dirty="0" err="1"/>
            <a:t>UserProfile</a:t>
          </a:r>
          <a:endParaRPr lang="en-US" dirty="0"/>
        </a:p>
      </dgm:t>
    </dgm:pt>
    <dgm:pt modelId="{F42D3E27-2B6B-48B4-AFA4-2FCE1F106D50}" type="parTrans" cxnId="{E2BB0995-8590-43A7-9C15-87897FA8C732}">
      <dgm:prSet/>
      <dgm:spPr/>
      <dgm:t>
        <a:bodyPr/>
        <a:lstStyle/>
        <a:p>
          <a:endParaRPr lang="en-US"/>
        </a:p>
      </dgm:t>
    </dgm:pt>
    <dgm:pt modelId="{ECC6037F-9131-4D8D-B71C-504C8FD41D91}" type="sibTrans" cxnId="{E2BB0995-8590-43A7-9C15-87897FA8C732}">
      <dgm:prSet/>
      <dgm:spPr/>
      <dgm:t>
        <a:bodyPr/>
        <a:lstStyle/>
        <a:p>
          <a:endParaRPr lang="en-US"/>
        </a:p>
      </dgm:t>
    </dgm:pt>
    <dgm:pt modelId="{AA3C4199-3E50-4377-955D-83DE88FC6B5C}">
      <dgm:prSet phldrT="[Text]"/>
      <dgm:spPr/>
      <dgm:t>
        <a:bodyPr/>
        <a:lstStyle/>
        <a:p>
          <a:r>
            <a:rPr lang="en-US" dirty="0"/>
            <a:t>Stores user profile information like name, age, address, etc.</a:t>
          </a:r>
        </a:p>
      </dgm:t>
    </dgm:pt>
    <dgm:pt modelId="{B3879612-03CE-45CC-B334-EDC1EE6C4793}" type="parTrans" cxnId="{1BEB5851-D1D9-4740-832D-4352E4A47320}">
      <dgm:prSet/>
      <dgm:spPr/>
      <dgm:t>
        <a:bodyPr/>
        <a:lstStyle/>
        <a:p>
          <a:endParaRPr lang="en-US"/>
        </a:p>
      </dgm:t>
    </dgm:pt>
    <dgm:pt modelId="{CB0B6881-0A11-48FC-A6C7-510DD8F55F5F}" type="sibTrans" cxnId="{1BEB5851-D1D9-4740-832D-4352E4A47320}">
      <dgm:prSet/>
      <dgm:spPr/>
      <dgm:t>
        <a:bodyPr/>
        <a:lstStyle/>
        <a:p>
          <a:endParaRPr lang="en-US"/>
        </a:p>
      </dgm:t>
    </dgm:pt>
    <dgm:pt modelId="{FBD7C886-EC2F-4147-8403-7CCAD98CF891}">
      <dgm:prSet phldrT="[Text]"/>
      <dgm:spPr/>
      <dgm:t>
        <a:bodyPr/>
        <a:lstStyle/>
        <a:p>
          <a:r>
            <a:rPr lang="en-US" dirty="0" err="1"/>
            <a:t>Session_Analysis</a:t>
          </a:r>
          <a:endParaRPr lang="en-US" dirty="0"/>
        </a:p>
      </dgm:t>
    </dgm:pt>
    <dgm:pt modelId="{22B778B6-0138-40B1-B165-7289EF6FF1D9}" type="parTrans" cxnId="{F96424D8-200C-496D-A610-A67791F35F58}">
      <dgm:prSet/>
      <dgm:spPr/>
      <dgm:t>
        <a:bodyPr/>
        <a:lstStyle/>
        <a:p>
          <a:endParaRPr lang="en-US"/>
        </a:p>
      </dgm:t>
    </dgm:pt>
    <dgm:pt modelId="{8C07AED4-1692-418D-ABB3-AD8C46BFECB8}" type="sibTrans" cxnId="{F96424D8-200C-496D-A610-A67791F35F58}">
      <dgm:prSet/>
      <dgm:spPr/>
      <dgm:t>
        <a:bodyPr/>
        <a:lstStyle/>
        <a:p>
          <a:endParaRPr lang="en-US"/>
        </a:p>
      </dgm:t>
    </dgm:pt>
    <dgm:pt modelId="{3B821140-A289-49AD-8A98-4239F9B631A6}">
      <dgm:prSet phldrT="[Text]"/>
      <dgm:spPr/>
      <dgm:t>
        <a:bodyPr/>
        <a:lstStyle/>
        <a:p>
          <a:r>
            <a:rPr lang="en-US" dirty="0"/>
            <a:t>Contains analytical information about chat conducted</a:t>
          </a:r>
        </a:p>
      </dgm:t>
    </dgm:pt>
    <dgm:pt modelId="{1E876A31-94CC-46C7-84C6-47699D41366A}" type="parTrans" cxnId="{3D7D6562-D49D-4CDC-A981-1DB60DB4ECE8}">
      <dgm:prSet/>
      <dgm:spPr/>
      <dgm:t>
        <a:bodyPr/>
        <a:lstStyle/>
        <a:p>
          <a:endParaRPr lang="en-US"/>
        </a:p>
      </dgm:t>
    </dgm:pt>
    <dgm:pt modelId="{B1A6E532-FE07-4174-9881-B5EDAE41956E}" type="sibTrans" cxnId="{3D7D6562-D49D-4CDC-A981-1DB60DB4ECE8}">
      <dgm:prSet/>
      <dgm:spPr/>
      <dgm:t>
        <a:bodyPr/>
        <a:lstStyle/>
        <a:p>
          <a:endParaRPr lang="en-US"/>
        </a:p>
      </dgm:t>
    </dgm:pt>
    <dgm:pt modelId="{68E4B0FE-8DDD-4DEB-BCA7-668F984D1290}">
      <dgm:prSet phldrT="[Text]"/>
      <dgm:spPr/>
      <dgm:t>
        <a:bodyPr/>
        <a:lstStyle/>
        <a:p>
          <a:r>
            <a:rPr lang="en-US" dirty="0" err="1"/>
            <a:t>Chat_Session</a:t>
          </a:r>
          <a:endParaRPr lang="en-US" dirty="0"/>
        </a:p>
      </dgm:t>
    </dgm:pt>
    <dgm:pt modelId="{23A2DD0C-D441-4CA8-888E-EC2FA8DEBC6E}" type="parTrans" cxnId="{4D5201B9-27BF-4CBD-8D61-C2BF9F054E43}">
      <dgm:prSet/>
      <dgm:spPr/>
      <dgm:t>
        <a:bodyPr/>
        <a:lstStyle/>
        <a:p>
          <a:endParaRPr lang="en-US"/>
        </a:p>
      </dgm:t>
    </dgm:pt>
    <dgm:pt modelId="{AEDC8472-D47D-4AC0-8A2B-09C110E453B8}" type="sibTrans" cxnId="{4D5201B9-27BF-4CBD-8D61-C2BF9F054E43}">
      <dgm:prSet/>
      <dgm:spPr/>
      <dgm:t>
        <a:bodyPr/>
        <a:lstStyle/>
        <a:p>
          <a:endParaRPr lang="en-US"/>
        </a:p>
      </dgm:t>
    </dgm:pt>
    <dgm:pt modelId="{90BC5426-3A5E-47D7-920E-AFB612446720}">
      <dgm:prSet phldrT="[Text]"/>
      <dgm:spPr/>
      <dgm:t>
        <a:bodyPr/>
        <a:lstStyle/>
        <a:p>
          <a:r>
            <a:rPr lang="en-US" dirty="0"/>
            <a:t>Record gets updated with the latest score after comparison with previous scores and insights.</a:t>
          </a:r>
        </a:p>
      </dgm:t>
    </dgm:pt>
    <dgm:pt modelId="{7A657AAE-C2CC-4FC4-9FF6-E2017EC52564}" type="parTrans" cxnId="{E56E6E9A-6A6F-4945-B527-557905F9BEBC}">
      <dgm:prSet/>
      <dgm:spPr/>
      <dgm:t>
        <a:bodyPr/>
        <a:lstStyle/>
        <a:p>
          <a:endParaRPr lang="en-US"/>
        </a:p>
      </dgm:t>
    </dgm:pt>
    <dgm:pt modelId="{D922F4B5-4F3C-4E03-B803-66897595F686}" type="sibTrans" cxnId="{E56E6E9A-6A6F-4945-B527-557905F9BEBC}">
      <dgm:prSet/>
      <dgm:spPr/>
      <dgm:t>
        <a:bodyPr/>
        <a:lstStyle/>
        <a:p>
          <a:endParaRPr lang="en-US"/>
        </a:p>
      </dgm:t>
    </dgm:pt>
    <dgm:pt modelId="{F3BF66CB-F0D0-4280-858B-A92395835C3F}">
      <dgm:prSet phldrT="[Text]"/>
      <dgm:spPr/>
      <dgm:t>
        <a:bodyPr/>
        <a:lstStyle/>
        <a:p>
          <a:r>
            <a:rPr lang="en-US" dirty="0"/>
            <a:t>Records user’s chat session details. </a:t>
          </a:r>
        </a:p>
      </dgm:t>
    </dgm:pt>
    <dgm:pt modelId="{0FD48D23-C8F1-4418-B71F-0CD8141F64B6}" type="parTrans" cxnId="{37707725-8605-43D8-A9B0-84D7FA15EF72}">
      <dgm:prSet/>
      <dgm:spPr/>
      <dgm:t>
        <a:bodyPr/>
        <a:lstStyle/>
        <a:p>
          <a:endParaRPr lang="en-US"/>
        </a:p>
      </dgm:t>
    </dgm:pt>
    <dgm:pt modelId="{3BADA5CD-63AD-4C2B-8DDB-BCB494C61B61}" type="sibTrans" cxnId="{37707725-8605-43D8-A9B0-84D7FA15EF72}">
      <dgm:prSet/>
      <dgm:spPr/>
      <dgm:t>
        <a:bodyPr/>
        <a:lstStyle/>
        <a:p>
          <a:endParaRPr lang="en-US"/>
        </a:p>
      </dgm:t>
    </dgm:pt>
    <dgm:pt modelId="{FF716501-8528-40A9-AC65-1AD7D2DC4261}">
      <dgm:prSet phldrT="[Text]"/>
      <dgm:spPr/>
      <dgm:t>
        <a:bodyPr/>
        <a:lstStyle/>
        <a:p>
          <a:r>
            <a:rPr lang="en-US" dirty="0"/>
            <a:t>Contains history of users all chat sessions.</a:t>
          </a:r>
        </a:p>
      </dgm:t>
    </dgm:pt>
    <dgm:pt modelId="{0A0380AC-6F34-45EB-BF81-FB5F4EE53D88}" type="parTrans" cxnId="{B6E13FE7-5350-46DE-A275-1C145B04C63F}">
      <dgm:prSet/>
      <dgm:spPr/>
      <dgm:t>
        <a:bodyPr/>
        <a:lstStyle/>
        <a:p>
          <a:endParaRPr lang="en-US"/>
        </a:p>
      </dgm:t>
    </dgm:pt>
    <dgm:pt modelId="{226E84A6-B153-4EC1-A1F2-35C4A920C19C}" type="sibTrans" cxnId="{B6E13FE7-5350-46DE-A275-1C145B04C63F}">
      <dgm:prSet/>
      <dgm:spPr/>
      <dgm:t>
        <a:bodyPr/>
        <a:lstStyle/>
        <a:p>
          <a:endParaRPr lang="en-US"/>
        </a:p>
      </dgm:t>
    </dgm:pt>
    <dgm:pt modelId="{16640D21-83F2-440C-B192-A0CC98D58250}" type="pres">
      <dgm:prSet presAssocID="{493D9A87-C027-4107-A689-CF001018E4C2}" presName="linear" presStyleCnt="0">
        <dgm:presLayoutVars>
          <dgm:dir/>
          <dgm:animLvl val="lvl"/>
          <dgm:resizeHandles val="exact"/>
        </dgm:presLayoutVars>
      </dgm:prSet>
      <dgm:spPr/>
      <dgm:t>
        <a:bodyPr/>
        <a:lstStyle/>
        <a:p>
          <a:endParaRPr lang="en-US"/>
        </a:p>
      </dgm:t>
    </dgm:pt>
    <dgm:pt modelId="{A6974FE6-B0D3-43C9-B704-EEB889E83C29}" type="pres">
      <dgm:prSet presAssocID="{DFFD3618-82A6-4298-91BF-7575B0AEDD2E}" presName="parentLin" presStyleCnt="0"/>
      <dgm:spPr/>
    </dgm:pt>
    <dgm:pt modelId="{7AE29B50-0A4B-43D3-837C-19EAB77D08A1}" type="pres">
      <dgm:prSet presAssocID="{DFFD3618-82A6-4298-91BF-7575B0AEDD2E}" presName="parentLeftMargin" presStyleLbl="node1" presStyleIdx="0" presStyleCnt="3"/>
      <dgm:spPr/>
      <dgm:t>
        <a:bodyPr/>
        <a:lstStyle/>
        <a:p>
          <a:endParaRPr lang="en-US"/>
        </a:p>
      </dgm:t>
    </dgm:pt>
    <dgm:pt modelId="{00C74703-5829-4BDA-93FA-7100B0E1CCDA}" type="pres">
      <dgm:prSet presAssocID="{DFFD3618-82A6-4298-91BF-7575B0AEDD2E}" presName="parentText" presStyleLbl="node1" presStyleIdx="0" presStyleCnt="3">
        <dgm:presLayoutVars>
          <dgm:chMax val="0"/>
          <dgm:bulletEnabled val="1"/>
        </dgm:presLayoutVars>
      </dgm:prSet>
      <dgm:spPr/>
      <dgm:t>
        <a:bodyPr/>
        <a:lstStyle/>
        <a:p>
          <a:endParaRPr lang="en-US"/>
        </a:p>
      </dgm:t>
    </dgm:pt>
    <dgm:pt modelId="{9DDA16F3-11AB-46A0-B29D-6AAC9BD00933}" type="pres">
      <dgm:prSet presAssocID="{DFFD3618-82A6-4298-91BF-7575B0AEDD2E}" presName="negativeSpace" presStyleCnt="0"/>
      <dgm:spPr/>
    </dgm:pt>
    <dgm:pt modelId="{DE743321-485A-458D-85BB-43E4EE71DB7A}" type="pres">
      <dgm:prSet presAssocID="{DFFD3618-82A6-4298-91BF-7575B0AEDD2E}" presName="childText" presStyleLbl="conFgAcc1" presStyleIdx="0" presStyleCnt="3">
        <dgm:presLayoutVars>
          <dgm:bulletEnabled val="1"/>
        </dgm:presLayoutVars>
      </dgm:prSet>
      <dgm:spPr/>
      <dgm:t>
        <a:bodyPr/>
        <a:lstStyle/>
        <a:p>
          <a:endParaRPr lang="en-US"/>
        </a:p>
      </dgm:t>
    </dgm:pt>
    <dgm:pt modelId="{F18150D8-34CC-4A78-BBF6-F56D750D365D}" type="pres">
      <dgm:prSet presAssocID="{ECC6037F-9131-4D8D-B71C-504C8FD41D91}" presName="spaceBetweenRectangles" presStyleCnt="0"/>
      <dgm:spPr/>
    </dgm:pt>
    <dgm:pt modelId="{22845709-B593-45DE-A3B1-0847BCAB83E5}" type="pres">
      <dgm:prSet presAssocID="{FBD7C886-EC2F-4147-8403-7CCAD98CF891}" presName="parentLin" presStyleCnt="0"/>
      <dgm:spPr/>
    </dgm:pt>
    <dgm:pt modelId="{A6383C9E-5101-4F77-BAD4-4C2DE36BDEF6}" type="pres">
      <dgm:prSet presAssocID="{FBD7C886-EC2F-4147-8403-7CCAD98CF891}" presName="parentLeftMargin" presStyleLbl="node1" presStyleIdx="0" presStyleCnt="3"/>
      <dgm:spPr/>
      <dgm:t>
        <a:bodyPr/>
        <a:lstStyle/>
        <a:p>
          <a:endParaRPr lang="en-US"/>
        </a:p>
      </dgm:t>
    </dgm:pt>
    <dgm:pt modelId="{41478D69-60F7-4E9C-8D1C-6331642AE235}" type="pres">
      <dgm:prSet presAssocID="{FBD7C886-EC2F-4147-8403-7CCAD98CF891}" presName="parentText" presStyleLbl="node1" presStyleIdx="1" presStyleCnt="3">
        <dgm:presLayoutVars>
          <dgm:chMax val="0"/>
          <dgm:bulletEnabled val="1"/>
        </dgm:presLayoutVars>
      </dgm:prSet>
      <dgm:spPr/>
      <dgm:t>
        <a:bodyPr/>
        <a:lstStyle/>
        <a:p>
          <a:endParaRPr lang="en-US"/>
        </a:p>
      </dgm:t>
    </dgm:pt>
    <dgm:pt modelId="{1F23B317-F6AA-456D-9C35-C90E3CE14079}" type="pres">
      <dgm:prSet presAssocID="{FBD7C886-EC2F-4147-8403-7CCAD98CF891}" presName="negativeSpace" presStyleCnt="0"/>
      <dgm:spPr/>
    </dgm:pt>
    <dgm:pt modelId="{7602ABEB-069E-4F37-B597-F43563DEAECF}" type="pres">
      <dgm:prSet presAssocID="{FBD7C886-EC2F-4147-8403-7CCAD98CF891}" presName="childText" presStyleLbl="conFgAcc1" presStyleIdx="1" presStyleCnt="3">
        <dgm:presLayoutVars>
          <dgm:bulletEnabled val="1"/>
        </dgm:presLayoutVars>
      </dgm:prSet>
      <dgm:spPr/>
      <dgm:t>
        <a:bodyPr/>
        <a:lstStyle/>
        <a:p>
          <a:endParaRPr lang="en-US"/>
        </a:p>
      </dgm:t>
    </dgm:pt>
    <dgm:pt modelId="{C05EDCCE-E88D-4FA6-BB38-8E47A76BE7F3}" type="pres">
      <dgm:prSet presAssocID="{8C07AED4-1692-418D-ABB3-AD8C46BFECB8}" presName="spaceBetweenRectangles" presStyleCnt="0"/>
      <dgm:spPr/>
    </dgm:pt>
    <dgm:pt modelId="{FC80B5A4-2AE7-47B0-9E98-A4C535A43F7B}" type="pres">
      <dgm:prSet presAssocID="{68E4B0FE-8DDD-4DEB-BCA7-668F984D1290}" presName="parentLin" presStyleCnt="0"/>
      <dgm:spPr/>
    </dgm:pt>
    <dgm:pt modelId="{465C85BE-E9F1-4B15-89AA-91F43894E618}" type="pres">
      <dgm:prSet presAssocID="{68E4B0FE-8DDD-4DEB-BCA7-668F984D1290}" presName="parentLeftMargin" presStyleLbl="node1" presStyleIdx="1" presStyleCnt="3"/>
      <dgm:spPr/>
      <dgm:t>
        <a:bodyPr/>
        <a:lstStyle/>
        <a:p>
          <a:endParaRPr lang="en-US"/>
        </a:p>
      </dgm:t>
    </dgm:pt>
    <dgm:pt modelId="{E963F1A2-797A-4333-81D2-960CAAD046AA}" type="pres">
      <dgm:prSet presAssocID="{68E4B0FE-8DDD-4DEB-BCA7-668F984D1290}" presName="parentText" presStyleLbl="node1" presStyleIdx="2" presStyleCnt="3">
        <dgm:presLayoutVars>
          <dgm:chMax val="0"/>
          <dgm:bulletEnabled val="1"/>
        </dgm:presLayoutVars>
      </dgm:prSet>
      <dgm:spPr/>
      <dgm:t>
        <a:bodyPr/>
        <a:lstStyle/>
        <a:p>
          <a:endParaRPr lang="en-US"/>
        </a:p>
      </dgm:t>
    </dgm:pt>
    <dgm:pt modelId="{554720DB-7A0C-4CE1-8533-7B8ADD35BEFA}" type="pres">
      <dgm:prSet presAssocID="{68E4B0FE-8DDD-4DEB-BCA7-668F984D1290}" presName="negativeSpace" presStyleCnt="0"/>
      <dgm:spPr/>
    </dgm:pt>
    <dgm:pt modelId="{2D45CDE1-ECEB-4972-BD1B-142E0F4DB216}" type="pres">
      <dgm:prSet presAssocID="{68E4B0FE-8DDD-4DEB-BCA7-668F984D1290}" presName="childText" presStyleLbl="conFgAcc1" presStyleIdx="2" presStyleCnt="3">
        <dgm:presLayoutVars>
          <dgm:bulletEnabled val="1"/>
        </dgm:presLayoutVars>
      </dgm:prSet>
      <dgm:spPr/>
      <dgm:t>
        <a:bodyPr/>
        <a:lstStyle/>
        <a:p>
          <a:endParaRPr lang="en-US"/>
        </a:p>
      </dgm:t>
    </dgm:pt>
  </dgm:ptLst>
  <dgm:cxnLst>
    <dgm:cxn modelId="{E56E6E9A-6A6F-4945-B527-557905F9BEBC}" srcId="{FBD7C886-EC2F-4147-8403-7CCAD98CF891}" destId="{90BC5426-3A5E-47D7-920E-AFB612446720}" srcOrd="1" destOrd="0" parTransId="{7A657AAE-C2CC-4FC4-9FF6-E2017EC52564}" sibTransId="{D922F4B5-4F3C-4E03-B803-66897595F686}"/>
    <dgm:cxn modelId="{45607596-0C45-4020-A455-055428769D53}" type="presOf" srcId="{493D9A87-C027-4107-A689-CF001018E4C2}" destId="{16640D21-83F2-440C-B192-A0CC98D58250}" srcOrd="0" destOrd="0" presId="urn:microsoft.com/office/officeart/2005/8/layout/list1"/>
    <dgm:cxn modelId="{4F8E106B-F3C9-4A76-82D0-2E5C766E055A}" type="presOf" srcId="{68E4B0FE-8DDD-4DEB-BCA7-668F984D1290}" destId="{E963F1A2-797A-4333-81D2-960CAAD046AA}" srcOrd="1" destOrd="0" presId="urn:microsoft.com/office/officeart/2005/8/layout/list1"/>
    <dgm:cxn modelId="{A41EBC76-AC6E-489F-8C64-FABFA099B698}" type="presOf" srcId="{FF716501-8528-40A9-AC65-1AD7D2DC4261}" destId="{2D45CDE1-ECEB-4972-BD1B-142E0F4DB216}" srcOrd="0" destOrd="1" presId="urn:microsoft.com/office/officeart/2005/8/layout/list1"/>
    <dgm:cxn modelId="{F96424D8-200C-496D-A610-A67791F35F58}" srcId="{493D9A87-C027-4107-A689-CF001018E4C2}" destId="{FBD7C886-EC2F-4147-8403-7CCAD98CF891}" srcOrd="1" destOrd="0" parTransId="{22B778B6-0138-40B1-B165-7289EF6FF1D9}" sibTransId="{8C07AED4-1692-418D-ABB3-AD8C46BFECB8}"/>
    <dgm:cxn modelId="{B131EC1E-D7B7-402D-B5FE-BE2B5518860E}" type="presOf" srcId="{90BC5426-3A5E-47D7-920E-AFB612446720}" destId="{7602ABEB-069E-4F37-B597-F43563DEAECF}" srcOrd="0" destOrd="1" presId="urn:microsoft.com/office/officeart/2005/8/layout/list1"/>
    <dgm:cxn modelId="{E2BB0995-8590-43A7-9C15-87897FA8C732}" srcId="{493D9A87-C027-4107-A689-CF001018E4C2}" destId="{DFFD3618-82A6-4298-91BF-7575B0AEDD2E}" srcOrd="0" destOrd="0" parTransId="{F42D3E27-2B6B-48B4-AFA4-2FCE1F106D50}" sibTransId="{ECC6037F-9131-4D8D-B71C-504C8FD41D91}"/>
    <dgm:cxn modelId="{749C71CC-EFB5-4A31-BA18-8AE19614C053}" type="presOf" srcId="{68E4B0FE-8DDD-4DEB-BCA7-668F984D1290}" destId="{465C85BE-E9F1-4B15-89AA-91F43894E618}" srcOrd="0" destOrd="0" presId="urn:microsoft.com/office/officeart/2005/8/layout/list1"/>
    <dgm:cxn modelId="{37707725-8605-43D8-A9B0-84D7FA15EF72}" srcId="{68E4B0FE-8DDD-4DEB-BCA7-668F984D1290}" destId="{F3BF66CB-F0D0-4280-858B-A92395835C3F}" srcOrd="0" destOrd="0" parTransId="{0FD48D23-C8F1-4418-B71F-0CD8141F64B6}" sibTransId="{3BADA5CD-63AD-4C2B-8DDB-BCB494C61B61}"/>
    <dgm:cxn modelId="{B6E13FE7-5350-46DE-A275-1C145B04C63F}" srcId="{68E4B0FE-8DDD-4DEB-BCA7-668F984D1290}" destId="{FF716501-8528-40A9-AC65-1AD7D2DC4261}" srcOrd="1" destOrd="0" parTransId="{0A0380AC-6F34-45EB-BF81-FB5F4EE53D88}" sibTransId="{226E84A6-B153-4EC1-A1F2-35C4A920C19C}"/>
    <dgm:cxn modelId="{4D5201B9-27BF-4CBD-8D61-C2BF9F054E43}" srcId="{493D9A87-C027-4107-A689-CF001018E4C2}" destId="{68E4B0FE-8DDD-4DEB-BCA7-668F984D1290}" srcOrd="2" destOrd="0" parTransId="{23A2DD0C-D441-4CA8-888E-EC2FA8DEBC6E}" sibTransId="{AEDC8472-D47D-4AC0-8A2B-09C110E453B8}"/>
    <dgm:cxn modelId="{5558A09D-D3B1-4DC5-9B97-05E6AC4AE955}" type="presOf" srcId="{FBD7C886-EC2F-4147-8403-7CCAD98CF891}" destId="{A6383C9E-5101-4F77-BAD4-4C2DE36BDEF6}" srcOrd="0" destOrd="0" presId="urn:microsoft.com/office/officeart/2005/8/layout/list1"/>
    <dgm:cxn modelId="{EB5E191F-BF79-486B-B4B5-E589F9143E49}" type="presOf" srcId="{DFFD3618-82A6-4298-91BF-7575B0AEDD2E}" destId="{7AE29B50-0A4B-43D3-837C-19EAB77D08A1}" srcOrd="0" destOrd="0" presId="urn:microsoft.com/office/officeart/2005/8/layout/list1"/>
    <dgm:cxn modelId="{1BEB5851-D1D9-4740-832D-4352E4A47320}" srcId="{DFFD3618-82A6-4298-91BF-7575B0AEDD2E}" destId="{AA3C4199-3E50-4377-955D-83DE88FC6B5C}" srcOrd="0" destOrd="0" parTransId="{B3879612-03CE-45CC-B334-EDC1EE6C4793}" sibTransId="{CB0B6881-0A11-48FC-A6C7-510DD8F55F5F}"/>
    <dgm:cxn modelId="{0EABEFEF-D9AB-4E67-9004-EB80254CEBE3}" type="presOf" srcId="{AA3C4199-3E50-4377-955D-83DE88FC6B5C}" destId="{DE743321-485A-458D-85BB-43E4EE71DB7A}" srcOrd="0" destOrd="0" presId="urn:microsoft.com/office/officeart/2005/8/layout/list1"/>
    <dgm:cxn modelId="{197D1B59-50B7-4EFE-892E-84F3F3989A62}" type="presOf" srcId="{F3BF66CB-F0D0-4280-858B-A92395835C3F}" destId="{2D45CDE1-ECEB-4972-BD1B-142E0F4DB216}" srcOrd="0" destOrd="0" presId="urn:microsoft.com/office/officeart/2005/8/layout/list1"/>
    <dgm:cxn modelId="{983CEABD-FB4D-4573-9E6F-66E16D7C32B2}" type="presOf" srcId="{FBD7C886-EC2F-4147-8403-7CCAD98CF891}" destId="{41478D69-60F7-4E9C-8D1C-6331642AE235}" srcOrd="1" destOrd="0" presId="urn:microsoft.com/office/officeart/2005/8/layout/list1"/>
    <dgm:cxn modelId="{3D7D6562-D49D-4CDC-A981-1DB60DB4ECE8}" srcId="{FBD7C886-EC2F-4147-8403-7CCAD98CF891}" destId="{3B821140-A289-49AD-8A98-4239F9B631A6}" srcOrd="0" destOrd="0" parTransId="{1E876A31-94CC-46C7-84C6-47699D41366A}" sibTransId="{B1A6E532-FE07-4174-9881-B5EDAE41956E}"/>
    <dgm:cxn modelId="{56EA01DE-14E4-4037-82DE-C26C93F94B67}" type="presOf" srcId="{3B821140-A289-49AD-8A98-4239F9B631A6}" destId="{7602ABEB-069E-4F37-B597-F43563DEAECF}" srcOrd="0" destOrd="0" presId="urn:microsoft.com/office/officeart/2005/8/layout/list1"/>
    <dgm:cxn modelId="{ADD86F33-1D1F-4897-8381-8E3B80F5BE8C}" type="presOf" srcId="{DFFD3618-82A6-4298-91BF-7575B0AEDD2E}" destId="{00C74703-5829-4BDA-93FA-7100B0E1CCDA}" srcOrd="1" destOrd="0" presId="urn:microsoft.com/office/officeart/2005/8/layout/list1"/>
    <dgm:cxn modelId="{428EC5B6-09E5-4192-9FB8-F2A3FBC4C98C}" type="presParOf" srcId="{16640D21-83F2-440C-B192-A0CC98D58250}" destId="{A6974FE6-B0D3-43C9-B704-EEB889E83C29}" srcOrd="0" destOrd="0" presId="urn:microsoft.com/office/officeart/2005/8/layout/list1"/>
    <dgm:cxn modelId="{B08ADBD3-7BA2-4586-983B-BDB581B2E037}" type="presParOf" srcId="{A6974FE6-B0D3-43C9-B704-EEB889E83C29}" destId="{7AE29B50-0A4B-43D3-837C-19EAB77D08A1}" srcOrd="0" destOrd="0" presId="urn:microsoft.com/office/officeart/2005/8/layout/list1"/>
    <dgm:cxn modelId="{D9234FB9-7398-452D-88B7-10D59719CC16}" type="presParOf" srcId="{A6974FE6-B0D3-43C9-B704-EEB889E83C29}" destId="{00C74703-5829-4BDA-93FA-7100B0E1CCDA}" srcOrd="1" destOrd="0" presId="urn:microsoft.com/office/officeart/2005/8/layout/list1"/>
    <dgm:cxn modelId="{82FAF92B-B6AA-47D9-9A5A-71F6DCF7D9C2}" type="presParOf" srcId="{16640D21-83F2-440C-B192-A0CC98D58250}" destId="{9DDA16F3-11AB-46A0-B29D-6AAC9BD00933}" srcOrd="1" destOrd="0" presId="urn:microsoft.com/office/officeart/2005/8/layout/list1"/>
    <dgm:cxn modelId="{E1EDBB3F-EDD8-4FBD-9933-7EE5D37062A7}" type="presParOf" srcId="{16640D21-83F2-440C-B192-A0CC98D58250}" destId="{DE743321-485A-458D-85BB-43E4EE71DB7A}" srcOrd="2" destOrd="0" presId="urn:microsoft.com/office/officeart/2005/8/layout/list1"/>
    <dgm:cxn modelId="{16D7944A-C01C-44C2-BFEB-501220EF9EDF}" type="presParOf" srcId="{16640D21-83F2-440C-B192-A0CC98D58250}" destId="{F18150D8-34CC-4A78-BBF6-F56D750D365D}" srcOrd="3" destOrd="0" presId="urn:microsoft.com/office/officeart/2005/8/layout/list1"/>
    <dgm:cxn modelId="{BD1CC48D-ACCE-492D-B84F-1F7EE2BCFE32}" type="presParOf" srcId="{16640D21-83F2-440C-B192-A0CC98D58250}" destId="{22845709-B593-45DE-A3B1-0847BCAB83E5}" srcOrd="4" destOrd="0" presId="urn:microsoft.com/office/officeart/2005/8/layout/list1"/>
    <dgm:cxn modelId="{B5BCE2B4-411F-401A-822F-A76834616C89}" type="presParOf" srcId="{22845709-B593-45DE-A3B1-0847BCAB83E5}" destId="{A6383C9E-5101-4F77-BAD4-4C2DE36BDEF6}" srcOrd="0" destOrd="0" presId="urn:microsoft.com/office/officeart/2005/8/layout/list1"/>
    <dgm:cxn modelId="{981CFEFA-DB64-48D8-BC2C-37090A966371}" type="presParOf" srcId="{22845709-B593-45DE-A3B1-0847BCAB83E5}" destId="{41478D69-60F7-4E9C-8D1C-6331642AE235}" srcOrd="1" destOrd="0" presId="urn:microsoft.com/office/officeart/2005/8/layout/list1"/>
    <dgm:cxn modelId="{BFE02014-87AD-4171-BA24-C01A65B8F759}" type="presParOf" srcId="{16640D21-83F2-440C-B192-A0CC98D58250}" destId="{1F23B317-F6AA-456D-9C35-C90E3CE14079}" srcOrd="5" destOrd="0" presId="urn:microsoft.com/office/officeart/2005/8/layout/list1"/>
    <dgm:cxn modelId="{7CEF5268-8F20-47DD-B284-1997B3436595}" type="presParOf" srcId="{16640D21-83F2-440C-B192-A0CC98D58250}" destId="{7602ABEB-069E-4F37-B597-F43563DEAECF}" srcOrd="6" destOrd="0" presId="urn:microsoft.com/office/officeart/2005/8/layout/list1"/>
    <dgm:cxn modelId="{951767FD-C44B-434C-86EC-D808B38829F7}" type="presParOf" srcId="{16640D21-83F2-440C-B192-A0CC98D58250}" destId="{C05EDCCE-E88D-4FA6-BB38-8E47A76BE7F3}" srcOrd="7" destOrd="0" presId="urn:microsoft.com/office/officeart/2005/8/layout/list1"/>
    <dgm:cxn modelId="{EC1BF025-150D-4454-993A-27E36D3B0A9B}" type="presParOf" srcId="{16640D21-83F2-440C-B192-A0CC98D58250}" destId="{FC80B5A4-2AE7-47B0-9E98-A4C535A43F7B}" srcOrd="8" destOrd="0" presId="urn:microsoft.com/office/officeart/2005/8/layout/list1"/>
    <dgm:cxn modelId="{9D5D65B8-EF11-48C5-B5A7-B4C1B772ED0D}" type="presParOf" srcId="{FC80B5A4-2AE7-47B0-9E98-A4C535A43F7B}" destId="{465C85BE-E9F1-4B15-89AA-91F43894E618}" srcOrd="0" destOrd="0" presId="urn:microsoft.com/office/officeart/2005/8/layout/list1"/>
    <dgm:cxn modelId="{77BD0F75-4F93-416E-812D-1CB3BC0C5701}" type="presParOf" srcId="{FC80B5A4-2AE7-47B0-9E98-A4C535A43F7B}" destId="{E963F1A2-797A-4333-81D2-960CAAD046AA}" srcOrd="1" destOrd="0" presId="urn:microsoft.com/office/officeart/2005/8/layout/list1"/>
    <dgm:cxn modelId="{5BB25FD2-1999-4A20-8140-E9C1638BF211}" type="presParOf" srcId="{16640D21-83F2-440C-B192-A0CC98D58250}" destId="{554720DB-7A0C-4CE1-8533-7B8ADD35BEFA}" srcOrd="9" destOrd="0" presId="urn:microsoft.com/office/officeart/2005/8/layout/list1"/>
    <dgm:cxn modelId="{67C8919A-1696-4CE8-8018-56B0C59F9848}" type="presParOf" srcId="{16640D21-83F2-440C-B192-A0CC98D58250}" destId="{2D45CDE1-ECEB-4972-BD1B-142E0F4DB216}"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55385A6-3A1E-4531-BDA7-75271742E96C}" type="doc">
      <dgm:prSet loTypeId="urn:microsoft.com/office/officeart/2005/8/layout/chevron2" loCatId="list" qsTypeId="urn:microsoft.com/office/officeart/2005/8/quickstyle/simple4" qsCatId="simple" csTypeId="urn:microsoft.com/office/officeart/2005/8/colors/accent1_3" csCatId="accent1" phldr="1"/>
      <dgm:spPr/>
      <dgm:t>
        <a:bodyPr/>
        <a:lstStyle/>
        <a:p>
          <a:endParaRPr lang="en-US"/>
        </a:p>
      </dgm:t>
    </dgm:pt>
    <dgm:pt modelId="{79CACBBC-B755-4881-9AAB-B52D2587B029}">
      <dgm:prSet phldrT="[Text]"/>
      <dgm:spPr/>
      <dgm:t>
        <a:bodyPr/>
        <a:lstStyle/>
        <a:p>
          <a:r>
            <a:rPr lang="en-US" dirty="0"/>
            <a:t>Unit Testing</a:t>
          </a:r>
        </a:p>
      </dgm:t>
    </dgm:pt>
    <dgm:pt modelId="{F98475FF-EBAA-4C8B-B186-3FFD7ECACB30}" type="parTrans" cxnId="{43AC2F2F-1EB2-469E-952F-C0CAA846EB95}">
      <dgm:prSet/>
      <dgm:spPr/>
      <dgm:t>
        <a:bodyPr/>
        <a:lstStyle/>
        <a:p>
          <a:endParaRPr lang="en-US"/>
        </a:p>
      </dgm:t>
    </dgm:pt>
    <dgm:pt modelId="{E19517A0-6FA3-4967-BFC1-64768950236F}" type="sibTrans" cxnId="{43AC2F2F-1EB2-469E-952F-C0CAA846EB95}">
      <dgm:prSet/>
      <dgm:spPr/>
      <dgm:t>
        <a:bodyPr/>
        <a:lstStyle/>
        <a:p>
          <a:endParaRPr lang="en-US"/>
        </a:p>
      </dgm:t>
    </dgm:pt>
    <dgm:pt modelId="{FB13D5DA-88A5-4526-B67C-FCC6C6CDD21B}">
      <dgm:prSet/>
      <dgm:spPr/>
      <dgm:t>
        <a:bodyPr/>
        <a:lstStyle/>
        <a:p>
          <a:r>
            <a:rPr lang="en-US" dirty="0"/>
            <a:t>Integration Testing</a:t>
          </a:r>
        </a:p>
      </dgm:t>
    </dgm:pt>
    <dgm:pt modelId="{B909E7D4-8C44-42B4-A1B8-9A228484FE76}" type="parTrans" cxnId="{7C6F646D-1505-4E77-9497-34FF817ADA66}">
      <dgm:prSet/>
      <dgm:spPr/>
      <dgm:t>
        <a:bodyPr/>
        <a:lstStyle/>
        <a:p>
          <a:endParaRPr lang="en-US"/>
        </a:p>
      </dgm:t>
    </dgm:pt>
    <dgm:pt modelId="{2A2DA035-9EEC-485B-ADB4-9589ACBB3DA3}" type="sibTrans" cxnId="{7C6F646D-1505-4E77-9497-34FF817ADA66}">
      <dgm:prSet/>
      <dgm:spPr/>
      <dgm:t>
        <a:bodyPr/>
        <a:lstStyle/>
        <a:p>
          <a:endParaRPr lang="en-US"/>
        </a:p>
      </dgm:t>
    </dgm:pt>
    <dgm:pt modelId="{EDFCE151-C80C-41E6-B16F-C7F755FEB832}">
      <dgm:prSet/>
      <dgm:spPr/>
      <dgm:t>
        <a:bodyPr/>
        <a:lstStyle/>
        <a:p>
          <a:r>
            <a:rPr lang="en-US" dirty="0"/>
            <a:t>Load Testing</a:t>
          </a:r>
        </a:p>
      </dgm:t>
    </dgm:pt>
    <dgm:pt modelId="{6C555A82-5261-428E-9EE2-C51E097E14C6}" type="parTrans" cxnId="{EF8E286B-89E9-4E9A-83ED-0621F8947989}">
      <dgm:prSet/>
      <dgm:spPr/>
      <dgm:t>
        <a:bodyPr/>
        <a:lstStyle/>
        <a:p>
          <a:endParaRPr lang="en-US"/>
        </a:p>
      </dgm:t>
    </dgm:pt>
    <dgm:pt modelId="{AB8335B4-4746-4CE0-8F05-214B6224247B}" type="sibTrans" cxnId="{EF8E286B-89E9-4E9A-83ED-0621F8947989}">
      <dgm:prSet/>
      <dgm:spPr/>
      <dgm:t>
        <a:bodyPr/>
        <a:lstStyle/>
        <a:p>
          <a:endParaRPr lang="en-US"/>
        </a:p>
      </dgm:t>
    </dgm:pt>
    <dgm:pt modelId="{83504D6B-5DB5-4E3C-8718-744F02509BCB}">
      <dgm:prSet/>
      <dgm:spPr/>
      <dgm:t>
        <a:bodyPr/>
        <a:lstStyle/>
        <a:p>
          <a:r>
            <a:rPr lang="en-US" dirty="0"/>
            <a:t>Security Testing</a:t>
          </a:r>
        </a:p>
      </dgm:t>
    </dgm:pt>
    <dgm:pt modelId="{7E28519E-A40B-43B8-9A3B-4A0310120C22}" type="parTrans" cxnId="{AC4E0F74-6E11-4DE0-AB99-78C7CBE03B9D}">
      <dgm:prSet/>
      <dgm:spPr/>
      <dgm:t>
        <a:bodyPr/>
        <a:lstStyle/>
        <a:p>
          <a:endParaRPr lang="en-US"/>
        </a:p>
      </dgm:t>
    </dgm:pt>
    <dgm:pt modelId="{73A8C5A8-1D63-4B45-990A-DCCAD8D59E0C}" type="sibTrans" cxnId="{AC4E0F74-6E11-4DE0-AB99-78C7CBE03B9D}">
      <dgm:prSet/>
      <dgm:spPr/>
      <dgm:t>
        <a:bodyPr/>
        <a:lstStyle/>
        <a:p>
          <a:endParaRPr lang="en-US"/>
        </a:p>
      </dgm:t>
    </dgm:pt>
    <dgm:pt modelId="{A28A9D12-B659-4DBB-AC6B-C69C4F2428ED}">
      <dgm:prSet phldrT="[Text]"/>
      <dgm:spPr/>
      <dgm:t>
        <a:bodyPr/>
        <a:lstStyle/>
        <a:p>
          <a:r>
            <a:rPr lang="en-US" dirty="0"/>
            <a:t>Individual modules tested separately</a:t>
          </a:r>
        </a:p>
      </dgm:t>
    </dgm:pt>
    <dgm:pt modelId="{5BFA43C2-4594-4D6E-B20D-85AF2656EAA6}" type="parTrans" cxnId="{9823DF44-85B8-421B-86B9-6B3D9821A8A3}">
      <dgm:prSet/>
      <dgm:spPr/>
      <dgm:t>
        <a:bodyPr/>
        <a:lstStyle/>
        <a:p>
          <a:endParaRPr lang="en-US"/>
        </a:p>
      </dgm:t>
    </dgm:pt>
    <dgm:pt modelId="{BC02D3A3-4323-478E-8900-85B90634C0B9}" type="sibTrans" cxnId="{9823DF44-85B8-421B-86B9-6B3D9821A8A3}">
      <dgm:prSet/>
      <dgm:spPr/>
      <dgm:t>
        <a:bodyPr/>
        <a:lstStyle/>
        <a:p>
          <a:endParaRPr lang="en-US"/>
        </a:p>
      </dgm:t>
    </dgm:pt>
    <dgm:pt modelId="{8C740B26-0B1E-4FF9-A9DC-6FA2438C6FA3}">
      <dgm:prSet/>
      <dgm:spPr/>
      <dgm:t>
        <a:bodyPr/>
        <a:lstStyle/>
        <a:p>
          <a:r>
            <a:rPr lang="en-US" dirty="0"/>
            <a:t>Ensuring smooth data flow</a:t>
          </a:r>
        </a:p>
      </dgm:t>
    </dgm:pt>
    <dgm:pt modelId="{18DD903D-6841-4D5F-8858-7A0216147100}" type="parTrans" cxnId="{66A18119-5BD7-44E5-82A8-ABD267318A3F}">
      <dgm:prSet/>
      <dgm:spPr/>
      <dgm:t>
        <a:bodyPr/>
        <a:lstStyle/>
        <a:p>
          <a:endParaRPr lang="en-US"/>
        </a:p>
      </dgm:t>
    </dgm:pt>
    <dgm:pt modelId="{A246E55A-4FB7-4156-970D-48F8BA2570FD}" type="sibTrans" cxnId="{66A18119-5BD7-44E5-82A8-ABD267318A3F}">
      <dgm:prSet/>
      <dgm:spPr/>
      <dgm:t>
        <a:bodyPr/>
        <a:lstStyle/>
        <a:p>
          <a:endParaRPr lang="en-US"/>
        </a:p>
      </dgm:t>
    </dgm:pt>
    <dgm:pt modelId="{6EDC8D2B-13BA-49FD-B009-77D98D15FB9F}">
      <dgm:prSet/>
      <dgm:spPr/>
      <dgm:t>
        <a:bodyPr/>
        <a:lstStyle/>
        <a:p>
          <a:r>
            <a:rPr lang="en-US" dirty="0"/>
            <a:t>Performance under multiple requests</a:t>
          </a:r>
        </a:p>
      </dgm:t>
    </dgm:pt>
    <dgm:pt modelId="{04DD6EBA-9FF2-409D-9C8F-626787A4CABC}" type="parTrans" cxnId="{ABC54AB6-D14B-47B4-863A-AD0D80604F00}">
      <dgm:prSet/>
      <dgm:spPr/>
      <dgm:t>
        <a:bodyPr/>
        <a:lstStyle/>
        <a:p>
          <a:endParaRPr lang="en-US"/>
        </a:p>
      </dgm:t>
    </dgm:pt>
    <dgm:pt modelId="{E92DD9FD-7126-4DA5-B743-0C659BCF88D7}" type="sibTrans" cxnId="{ABC54AB6-D14B-47B4-863A-AD0D80604F00}">
      <dgm:prSet/>
      <dgm:spPr/>
      <dgm:t>
        <a:bodyPr/>
        <a:lstStyle/>
        <a:p>
          <a:endParaRPr lang="en-US"/>
        </a:p>
      </dgm:t>
    </dgm:pt>
    <dgm:pt modelId="{30A929AD-9BFA-416D-92E1-9AB577CC2F00}">
      <dgm:prSet/>
      <dgm:spPr/>
      <dgm:t>
        <a:bodyPr/>
        <a:lstStyle/>
        <a:p>
          <a:r>
            <a:rPr lang="en-US" dirty="0"/>
            <a:t>User authentication &amp; data privacy</a:t>
          </a:r>
        </a:p>
      </dgm:t>
    </dgm:pt>
    <dgm:pt modelId="{7316F4E3-DA7E-4447-8E8A-296C58127C67}" type="parTrans" cxnId="{C98F66BF-F170-47E8-B5DF-580E82D198F2}">
      <dgm:prSet/>
      <dgm:spPr/>
      <dgm:t>
        <a:bodyPr/>
        <a:lstStyle/>
        <a:p>
          <a:endParaRPr lang="en-US"/>
        </a:p>
      </dgm:t>
    </dgm:pt>
    <dgm:pt modelId="{D0ABF0CF-AA22-4289-951B-DB600161ED20}" type="sibTrans" cxnId="{C98F66BF-F170-47E8-B5DF-580E82D198F2}">
      <dgm:prSet/>
      <dgm:spPr/>
      <dgm:t>
        <a:bodyPr/>
        <a:lstStyle/>
        <a:p>
          <a:endParaRPr lang="en-US"/>
        </a:p>
      </dgm:t>
    </dgm:pt>
    <dgm:pt modelId="{CFD4F82A-1E4C-4735-A60C-369492D4C393}" type="pres">
      <dgm:prSet presAssocID="{155385A6-3A1E-4531-BDA7-75271742E96C}" presName="linearFlow" presStyleCnt="0">
        <dgm:presLayoutVars>
          <dgm:dir/>
          <dgm:animLvl val="lvl"/>
          <dgm:resizeHandles val="exact"/>
        </dgm:presLayoutVars>
      </dgm:prSet>
      <dgm:spPr/>
      <dgm:t>
        <a:bodyPr/>
        <a:lstStyle/>
        <a:p>
          <a:endParaRPr lang="en-US"/>
        </a:p>
      </dgm:t>
    </dgm:pt>
    <dgm:pt modelId="{BCADE526-C3F1-4846-93E9-1BC0F9FEEEDD}" type="pres">
      <dgm:prSet presAssocID="{79CACBBC-B755-4881-9AAB-B52D2587B029}" presName="composite" presStyleCnt="0"/>
      <dgm:spPr/>
    </dgm:pt>
    <dgm:pt modelId="{FEDE4DCF-613D-4EC8-B240-129665CA896B}" type="pres">
      <dgm:prSet presAssocID="{79CACBBC-B755-4881-9AAB-B52D2587B029}" presName="parentText" presStyleLbl="alignNode1" presStyleIdx="0" presStyleCnt="4">
        <dgm:presLayoutVars>
          <dgm:chMax val="1"/>
          <dgm:bulletEnabled val="1"/>
        </dgm:presLayoutVars>
      </dgm:prSet>
      <dgm:spPr/>
      <dgm:t>
        <a:bodyPr/>
        <a:lstStyle/>
        <a:p>
          <a:endParaRPr lang="en-US"/>
        </a:p>
      </dgm:t>
    </dgm:pt>
    <dgm:pt modelId="{FAC9FB9E-D2AC-4ABE-9791-63EF82787F99}" type="pres">
      <dgm:prSet presAssocID="{79CACBBC-B755-4881-9AAB-B52D2587B029}" presName="descendantText" presStyleLbl="alignAcc1" presStyleIdx="0" presStyleCnt="4">
        <dgm:presLayoutVars>
          <dgm:bulletEnabled val="1"/>
        </dgm:presLayoutVars>
      </dgm:prSet>
      <dgm:spPr/>
      <dgm:t>
        <a:bodyPr/>
        <a:lstStyle/>
        <a:p>
          <a:endParaRPr lang="en-US"/>
        </a:p>
      </dgm:t>
    </dgm:pt>
    <dgm:pt modelId="{F4DC8BFA-D5A2-4981-86CC-8EB8BD15315B}" type="pres">
      <dgm:prSet presAssocID="{E19517A0-6FA3-4967-BFC1-64768950236F}" presName="sp" presStyleCnt="0"/>
      <dgm:spPr/>
    </dgm:pt>
    <dgm:pt modelId="{8E74FCD3-6D50-4ADE-9EC5-70A6006EDA8B}" type="pres">
      <dgm:prSet presAssocID="{FB13D5DA-88A5-4526-B67C-FCC6C6CDD21B}" presName="composite" presStyleCnt="0"/>
      <dgm:spPr/>
    </dgm:pt>
    <dgm:pt modelId="{3C833727-1132-4EA9-9A74-231C6135D951}" type="pres">
      <dgm:prSet presAssocID="{FB13D5DA-88A5-4526-B67C-FCC6C6CDD21B}" presName="parentText" presStyleLbl="alignNode1" presStyleIdx="1" presStyleCnt="4">
        <dgm:presLayoutVars>
          <dgm:chMax val="1"/>
          <dgm:bulletEnabled val="1"/>
        </dgm:presLayoutVars>
      </dgm:prSet>
      <dgm:spPr/>
      <dgm:t>
        <a:bodyPr/>
        <a:lstStyle/>
        <a:p>
          <a:endParaRPr lang="en-US"/>
        </a:p>
      </dgm:t>
    </dgm:pt>
    <dgm:pt modelId="{3FF329F9-D81A-4EE3-9E4D-A8C499499104}" type="pres">
      <dgm:prSet presAssocID="{FB13D5DA-88A5-4526-B67C-FCC6C6CDD21B}" presName="descendantText" presStyleLbl="alignAcc1" presStyleIdx="1" presStyleCnt="4">
        <dgm:presLayoutVars>
          <dgm:bulletEnabled val="1"/>
        </dgm:presLayoutVars>
      </dgm:prSet>
      <dgm:spPr/>
      <dgm:t>
        <a:bodyPr/>
        <a:lstStyle/>
        <a:p>
          <a:endParaRPr lang="en-US"/>
        </a:p>
      </dgm:t>
    </dgm:pt>
    <dgm:pt modelId="{57EB8F09-A904-43AA-BC8D-010649406778}" type="pres">
      <dgm:prSet presAssocID="{2A2DA035-9EEC-485B-ADB4-9589ACBB3DA3}" presName="sp" presStyleCnt="0"/>
      <dgm:spPr/>
    </dgm:pt>
    <dgm:pt modelId="{B9AC66CC-EBE4-4B12-9356-5FB32F9899C3}" type="pres">
      <dgm:prSet presAssocID="{EDFCE151-C80C-41E6-B16F-C7F755FEB832}" presName="composite" presStyleCnt="0"/>
      <dgm:spPr/>
    </dgm:pt>
    <dgm:pt modelId="{A7101397-5F08-47BB-AF91-1E52438EEE97}" type="pres">
      <dgm:prSet presAssocID="{EDFCE151-C80C-41E6-B16F-C7F755FEB832}" presName="parentText" presStyleLbl="alignNode1" presStyleIdx="2" presStyleCnt="4">
        <dgm:presLayoutVars>
          <dgm:chMax val="1"/>
          <dgm:bulletEnabled val="1"/>
        </dgm:presLayoutVars>
      </dgm:prSet>
      <dgm:spPr/>
      <dgm:t>
        <a:bodyPr/>
        <a:lstStyle/>
        <a:p>
          <a:endParaRPr lang="en-US"/>
        </a:p>
      </dgm:t>
    </dgm:pt>
    <dgm:pt modelId="{F87DF402-1156-4451-A6EB-37B4C4EFD32E}" type="pres">
      <dgm:prSet presAssocID="{EDFCE151-C80C-41E6-B16F-C7F755FEB832}" presName="descendantText" presStyleLbl="alignAcc1" presStyleIdx="2" presStyleCnt="4">
        <dgm:presLayoutVars>
          <dgm:bulletEnabled val="1"/>
        </dgm:presLayoutVars>
      </dgm:prSet>
      <dgm:spPr/>
      <dgm:t>
        <a:bodyPr/>
        <a:lstStyle/>
        <a:p>
          <a:endParaRPr lang="en-US"/>
        </a:p>
      </dgm:t>
    </dgm:pt>
    <dgm:pt modelId="{87A3EEEE-240D-415C-A627-9DF6C22F383F}" type="pres">
      <dgm:prSet presAssocID="{AB8335B4-4746-4CE0-8F05-214B6224247B}" presName="sp" presStyleCnt="0"/>
      <dgm:spPr/>
    </dgm:pt>
    <dgm:pt modelId="{9F0365D7-6067-4FE3-82E0-F9884A18D69C}" type="pres">
      <dgm:prSet presAssocID="{83504D6B-5DB5-4E3C-8718-744F02509BCB}" presName="composite" presStyleCnt="0"/>
      <dgm:spPr/>
    </dgm:pt>
    <dgm:pt modelId="{9D3C7262-ABE8-44EC-839C-0D3DAAFA22F8}" type="pres">
      <dgm:prSet presAssocID="{83504D6B-5DB5-4E3C-8718-744F02509BCB}" presName="parentText" presStyleLbl="alignNode1" presStyleIdx="3" presStyleCnt="4">
        <dgm:presLayoutVars>
          <dgm:chMax val="1"/>
          <dgm:bulletEnabled val="1"/>
        </dgm:presLayoutVars>
      </dgm:prSet>
      <dgm:spPr/>
      <dgm:t>
        <a:bodyPr/>
        <a:lstStyle/>
        <a:p>
          <a:endParaRPr lang="en-US"/>
        </a:p>
      </dgm:t>
    </dgm:pt>
    <dgm:pt modelId="{63D382F8-924F-4F54-BA08-38E2D7D45AF2}" type="pres">
      <dgm:prSet presAssocID="{83504D6B-5DB5-4E3C-8718-744F02509BCB}" presName="descendantText" presStyleLbl="alignAcc1" presStyleIdx="3" presStyleCnt="4">
        <dgm:presLayoutVars>
          <dgm:bulletEnabled val="1"/>
        </dgm:presLayoutVars>
      </dgm:prSet>
      <dgm:spPr/>
      <dgm:t>
        <a:bodyPr/>
        <a:lstStyle/>
        <a:p>
          <a:endParaRPr lang="en-US"/>
        </a:p>
      </dgm:t>
    </dgm:pt>
  </dgm:ptLst>
  <dgm:cxnLst>
    <dgm:cxn modelId="{7C6F646D-1505-4E77-9497-34FF817ADA66}" srcId="{155385A6-3A1E-4531-BDA7-75271742E96C}" destId="{FB13D5DA-88A5-4526-B67C-FCC6C6CDD21B}" srcOrd="1" destOrd="0" parTransId="{B909E7D4-8C44-42B4-A1B8-9A228484FE76}" sibTransId="{2A2DA035-9EEC-485B-ADB4-9589ACBB3DA3}"/>
    <dgm:cxn modelId="{9823DF44-85B8-421B-86B9-6B3D9821A8A3}" srcId="{79CACBBC-B755-4881-9AAB-B52D2587B029}" destId="{A28A9D12-B659-4DBB-AC6B-C69C4F2428ED}" srcOrd="0" destOrd="0" parTransId="{5BFA43C2-4594-4D6E-B20D-85AF2656EAA6}" sibTransId="{BC02D3A3-4323-478E-8900-85B90634C0B9}"/>
    <dgm:cxn modelId="{08B28DA1-09E5-4899-864C-E47457451339}" type="presOf" srcId="{30A929AD-9BFA-416D-92E1-9AB577CC2F00}" destId="{63D382F8-924F-4F54-BA08-38E2D7D45AF2}" srcOrd="0" destOrd="0" presId="urn:microsoft.com/office/officeart/2005/8/layout/chevron2"/>
    <dgm:cxn modelId="{AC4E0F74-6E11-4DE0-AB99-78C7CBE03B9D}" srcId="{155385A6-3A1E-4531-BDA7-75271742E96C}" destId="{83504D6B-5DB5-4E3C-8718-744F02509BCB}" srcOrd="3" destOrd="0" parTransId="{7E28519E-A40B-43B8-9A3B-4A0310120C22}" sibTransId="{73A8C5A8-1D63-4B45-990A-DCCAD8D59E0C}"/>
    <dgm:cxn modelId="{ABC54AB6-D14B-47B4-863A-AD0D80604F00}" srcId="{EDFCE151-C80C-41E6-B16F-C7F755FEB832}" destId="{6EDC8D2B-13BA-49FD-B009-77D98D15FB9F}" srcOrd="0" destOrd="0" parTransId="{04DD6EBA-9FF2-409D-9C8F-626787A4CABC}" sibTransId="{E92DD9FD-7126-4DA5-B743-0C659BCF88D7}"/>
    <dgm:cxn modelId="{EF8E286B-89E9-4E9A-83ED-0621F8947989}" srcId="{155385A6-3A1E-4531-BDA7-75271742E96C}" destId="{EDFCE151-C80C-41E6-B16F-C7F755FEB832}" srcOrd="2" destOrd="0" parTransId="{6C555A82-5261-428E-9EE2-C51E097E14C6}" sibTransId="{AB8335B4-4746-4CE0-8F05-214B6224247B}"/>
    <dgm:cxn modelId="{17098077-4D91-46F8-BFD4-3DFDABD0B741}" type="presOf" srcId="{A28A9D12-B659-4DBB-AC6B-C69C4F2428ED}" destId="{FAC9FB9E-D2AC-4ABE-9791-63EF82787F99}" srcOrd="0" destOrd="0" presId="urn:microsoft.com/office/officeart/2005/8/layout/chevron2"/>
    <dgm:cxn modelId="{AAF7C12D-3E59-4586-BC6B-FA81BECE42A9}" type="presOf" srcId="{8C740B26-0B1E-4FF9-A9DC-6FA2438C6FA3}" destId="{3FF329F9-D81A-4EE3-9E4D-A8C499499104}" srcOrd="0" destOrd="0" presId="urn:microsoft.com/office/officeart/2005/8/layout/chevron2"/>
    <dgm:cxn modelId="{80CC8FD3-B759-40F9-A535-C09BD4A32D7E}" type="presOf" srcId="{FB13D5DA-88A5-4526-B67C-FCC6C6CDD21B}" destId="{3C833727-1132-4EA9-9A74-231C6135D951}" srcOrd="0" destOrd="0" presId="urn:microsoft.com/office/officeart/2005/8/layout/chevron2"/>
    <dgm:cxn modelId="{43AC2F2F-1EB2-469E-952F-C0CAA846EB95}" srcId="{155385A6-3A1E-4531-BDA7-75271742E96C}" destId="{79CACBBC-B755-4881-9AAB-B52D2587B029}" srcOrd="0" destOrd="0" parTransId="{F98475FF-EBAA-4C8B-B186-3FFD7ECACB30}" sibTransId="{E19517A0-6FA3-4967-BFC1-64768950236F}"/>
    <dgm:cxn modelId="{ACB47F45-A507-43BF-80A1-7FA8C2E72535}" type="presOf" srcId="{79CACBBC-B755-4881-9AAB-B52D2587B029}" destId="{FEDE4DCF-613D-4EC8-B240-129665CA896B}" srcOrd="0" destOrd="0" presId="urn:microsoft.com/office/officeart/2005/8/layout/chevron2"/>
    <dgm:cxn modelId="{6A28FAB3-2C04-46F0-AB9C-12D108871662}" type="presOf" srcId="{EDFCE151-C80C-41E6-B16F-C7F755FEB832}" destId="{A7101397-5F08-47BB-AF91-1E52438EEE97}" srcOrd="0" destOrd="0" presId="urn:microsoft.com/office/officeart/2005/8/layout/chevron2"/>
    <dgm:cxn modelId="{66A18119-5BD7-44E5-82A8-ABD267318A3F}" srcId="{FB13D5DA-88A5-4526-B67C-FCC6C6CDD21B}" destId="{8C740B26-0B1E-4FF9-A9DC-6FA2438C6FA3}" srcOrd="0" destOrd="0" parTransId="{18DD903D-6841-4D5F-8858-7A0216147100}" sibTransId="{A246E55A-4FB7-4156-970D-48F8BA2570FD}"/>
    <dgm:cxn modelId="{1D100F5F-A511-4BF7-9BD1-70AC85DAECDC}" type="presOf" srcId="{83504D6B-5DB5-4E3C-8718-744F02509BCB}" destId="{9D3C7262-ABE8-44EC-839C-0D3DAAFA22F8}" srcOrd="0" destOrd="0" presId="urn:microsoft.com/office/officeart/2005/8/layout/chevron2"/>
    <dgm:cxn modelId="{C98F66BF-F170-47E8-B5DF-580E82D198F2}" srcId="{83504D6B-5DB5-4E3C-8718-744F02509BCB}" destId="{30A929AD-9BFA-416D-92E1-9AB577CC2F00}" srcOrd="0" destOrd="0" parTransId="{7316F4E3-DA7E-4447-8E8A-296C58127C67}" sibTransId="{D0ABF0CF-AA22-4289-951B-DB600161ED20}"/>
    <dgm:cxn modelId="{32919189-B0FC-42FD-AB35-5290638DBAD0}" type="presOf" srcId="{6EDC8D2B-13BA-49FD-B009-77D98D15FB9F}" destId="{F87DF402-1156-4451-A6EB-37B4C4EFD32E}" srcOrd="0" destOrd="0" presId="urn:microsoft.com/office/officeart/2005/8/layout/chevron2"/>
    <dgm:cxn modelId="{ADEEB93B-76E4-4BCD-9E46-E1BEB4FA6084}" type="presOf" srcId="{155385A6-3A1E-4531-BDA7-75271742E96C}" destId="{CFD4F82A-1E4C-4735-A60C-369492D4C393}" srcOrd="0" destOrd="0" presId="urn:microsoft.com/office/officeart/2005/8/layout/chevron2"/>
    <dgm:cxn modelId="{29DB6C40-47AC-467B-9265-8920CB421BFF}" type="presParOf" srcId="{CFD4F82A-1E4C-4735-A60C-369492D4C393}" destId="{BCADE526-C3F1-4846-93E9-1BC0F9FEEEDD}" srcOrd="0" destOrd="0" presId="urn:microsoft.com/office/officeart/2005/8/layout/chevron2"/>
    <dgm:cxn modelId="{34D678EB-B414-455B-84B9-937F883A82E9}" type="presParOf" srcId="{BCADE526-C3F1-4846-93E9-1BC0F9FEEEDD}" destId="{FEDE4DCF-613D-4EC8-B240-129665CA896B}" srcOrd="0" destOrd="0" presId="urn:microsoft.com/office/officeart/2005/8/layout/chevron2"/>
    <dgm:cxn modelId="{A90EC68C-7FEE-4F33-AD07-96C3AF67CA70}" type="presParOf" srcId="{BCADE526-C3F1-4846-93E9-1BC0F9FEEEDD}" destId="{FAC9FB9E-D2AC-4ABE-9791-63EF82787F99}" srcOrd="1" destOrd="0" presId="urn:microsoft.com/office/officeart/2005/8/layout/chevron2"/>
    <dgm:cxn modelId="{E607D735-5703-4E75-8831-2D0CB38AC079}" type="presParOf" srcId="{CFD4F82A-1E4C-4735-A60C-369492D4C393}" destId="{F4DC8BFA-D5A2-4981-86CC-8EB8BD15315B}" srcOrd="1" destOrd="0" presId="urn:microsoft.com/office/officeart/2005/8/layout/chevron2"/>
    <dgm:cxn modelId="{68FCE181-56E9-4073-AE9A-6CADD94FFD5C}" type="presParOf" srcId="{CFD4F82A-1E4C-4735-A60C-369492D4C393}" destId="{8E74FCD3-6D50-4ADE-9EC5-70A6006EDA8B}" srcOrd="2" destOrd="0" presId="urn:microsoft.com/office/officeart/2005/8/layout/chevron2"/>
    <dgm:cxn modelId="{7FEBEBFD-18AD-4043-9A6B-FF582404D25C}" type="presParOf" srcId="{8E74FCD3-6D50-4ADE-9EC5-70A6006EDA8B}" destId="{3C833727-1132-4EA9-9A74-231C6135D951}" srcOrd="0" destOrd="0" presId="urn:microsoft.com/office/officeart/2005/8/layout/chevron2"/>
    <dgm:cxn modelId="{E1E3DCF1-582C-47A0-84A6-9106F29A1A2C}" type="presParOf" srcId="{8E74FCD3-6D50-4ADE-9EC5-70A6006EDA8B}" destId="{3FF329F9-D81A-4EE3-9E4D-A8C499499104}" srcOrd="1" destOrd="0" presId="urn:microsoft.com/office/officeart/2005/8/layout/chevron2"/>
    <dgm:cxn modelId="{128DC5CD-CC78-4681-AD08-C508E851A71D}" type="presParOf" srcId="{CFD4F82A-1E4C-4735-A60C-369492D4C393}" destId="{57EB8F09-A904-43AA-BC8D-010649406778}" srcOrd="3" destOrd="0" presId="urn:microsoft.com/office/officeart/2005/8/layout/chevron2"/>
    <dgm:cxn modelId="{94BFF70F-F17E-4AB4-B405-055A604EC7C3}" type="presParOf" srcId="{CFD4F82A-1E4C-4735-A60C-369492D4C393}" destId="{B9AC66CC-EBE4-4B12-9356-5FB32F9899C3}" srcOrd="4" destOrd="0" presId="urn:microsoft.com/office/officeart/2005/8/layout/chevron2"/>
    <dgm:cxn modelId="{1EBAD4A8-663A-4A7D-9BAD-8546C1A7AC41}" type="presParOf" srcId="{B9AC66CC-EBE4-4B12-9356-5FB32F9899C3}" destId="{A7101397-5F08-47BB-AF91-1E52438EEE97}" srcOrd="0" destOrd="0" presId="urn:microsoft.com/office/officeart/2005/8/layout/chevron2"/>
    <dgm:cxn modelId="{11F8470D-E26C-4ACC-B407-DD670810AC97}" type="presParOf" srcId="{B9AC66CC-EBE4-4B12-9356-5FB32F9899C3}" destId="{F87DF402-1156-4451-A6EB-37B4C4EFD32E}" srcOrd="1" destOrd="0" presId="urn:microsoft.com/office/officeart/2005/8/layout/chevron2"/>
    <dgm:cxn modelId="{24BC53D5-6FEE-4FC0-8E66-F86BC682FAC8}" type="presParOf" srcId="{CFD4F82A-1E4C-4735-A60C-369492D4C393}" destId="{87A3EEEE-240D-415C-A627-9DF6C22F383F}" srcOrd="5" destOrd="0" presId="urn:microsoft.com/office/officeart/2005/8/layout/chevron2"/>
    <dgm:cxn modelId="{31DE165B-A8D2-4E27-9AA1-E9932BDDD914}" type="presParOf" srcId="{CFD4F82A-1E4C-4735-A60C-369492D4C393}" destId="{9F0365D7-6067-4FE3-82E0-F9884A18D69C}" srcOrd="6" destOrd="0" presId="urn:microsoft.com/office/officeart/2005/8/layout/chevron2"/>
    <dgm:cxn modelId="{947084B9-34DB-4289-B4AC-5B1E6AE963D9}" type="presParOf" srcId="{9F0365D7-6067-4FE3-82E0-F9884A18D69C}" destId="{9D3C7262-ABE8-44EC-839C-0D3DAAFA22F8}" srcOrd="0" destOrd="0" presId="urn:microsoft.com/office/officeart/2005/8/layout/chevron2"/>
    <dgm:cxn modelId="{1C187959-A7F0-4A9B-AB6F-763F4B357EF3}" type="presParOf" srcId="{9F0365D7-6067-4FE3-82E0-F9884A18D69C}" destId="{63D382F8-924F-4F54-BA08-38E2D7D45AF2}"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42E5E4DA-A3D9-4CFD-8821-7CAB2520797F}" type="doc">
      <dgm:prSet loTypeId="urn:microsoft.com/office/officeart/2005/8/layout/pyramid2" loCatId="list" qsTypeId="urn:microsoft.com/office/officeart/2005/8/quickstyle/simple1" qsCatId="simple" csTypeId="urn:microsoft.com/office/officeart/2005/8/colors/accent1_2" csCatId="accent1" phldr="1"/>
      <dgm:spPr/>
      <dgm:t>
        <a:bodyPr/>
        <a:lstStyle/>
        <a:p>
          <a:endParaRPr lang="en-US"/>
        </a:p>
      </dgm:t>
    </dgm:pt>
    <dgm:pt modelId="{03AF6937-1E9F-4DFC-8462-F14134A33B0A}">
      <dgm:prSet phldrT="[Text]"/>
      <dgm:spPr/>
      <dgm:t>
        <a:bodyPr/>
        <a:lstStyle/>
        <a:p>
          <a:r>
            <a:rPr lang="en-US"/>
            <a:t>Mobile app version for better accessibility</a:t>
          </a:r>
        </a:p>
      </dgm:t>
    </dgm:pt>
    <dgm:pt modelId="{4C867DBC-67AA-45B7-8F2E-326C78AD223B}" type="parTrans" cxnId="{023B587B-B57C-4979-A9F9-7C87B814783E}">
      <dgm:prSet/>
      <dgm:spPr/>
      <dgm:t>
        <a:bodyPr/>
        <a:lstStyle/>
        <a:p>
          <a:endParaRPr lang="en-US"/>
        </a:p>
      </dgm:t>
    </dgm:pt>
    <dgm:pt modelId="{57C55E4E-9BA9-4090-8DB0-97AF96871E6D}" type="sibTrans" cxnId="{023B587B-B57C-4979-A9F9-7C87B814783E}">
      <dgm:prSet/>
      <dgm:spPr/>
      <dgm:t>
        <a:bodyPr/>
        <a:lstStyle/>
        <a:p>
          <a:endParaRPr lang="en-US"/>
        </a:p>
      </dgm:t>
    </dgm:pt>
    <dgm:pt modelId="{4C737497-196C-4D15-ABDF-1AF3DE9B70C3}">
      <dgm:prSet/>
      <dgm:spPr/>
      <dgm:t>
        <a:bodyPr/>
        <a:lstStyle/>
        <a:p>
          <a:r>
            <a:rPr lang="en-US" dirty="0"/>
            <a:t>Integration with wearable health devices</a:t>
          </a:r>
        </a:p>
      </dgm:t>
    </dgm:pt>
    <dgm:pt modelId="{FD162E44-6B5B-4B79-A9FC-152065556F96}" type="parTrans" cxnId="{8172C0E6-24D7-495D-909B-C38192F1BAA1}">
      <dgm:prSet/>
      <dgm:spPr/>
      <dgm:t>
        <a:bodyPr/>
        <a:lstStyle/>
        <a:p>
          <a:endParaRPr lang="en-US"/>
        </a:p>
      </dgm:t>
    </dgm:pt>
    <dgm:pt modelId="{891C8168-F663-4CCA-A05A-479E1845B581}" type="sibTrans" cxnId="{8172C0E6-24D7-495D-909B-C38192F1BAA1}">
      <dgm:prSet/>
      <dgm:spPr/>
      <dgm:t>
        <a:bodyPr/>
        <a:lstStyle/>
        <a:p>
          <a:endParaRPr lang="en-US"/>
        </a:p>
      </dgm:t>
    </dgm:pt>
    <dgm:pt modelId="{0A69269C-314B-40AB-B1F5-40C6C79AC746}">
      <dgm:prSet/>
      <dgm:spPr/>
      <dgm:t>
        <a:bodyPr/>
        <a:lstStyle/>
        <a:p>
          <a:r>
            <a:rPr lang="en-US" dirty="0"/>
            <a:t>Advanced AI analytics for personalized recommendations</a:t>
          </a:r>
        </a:p>
      </dgm:t>
    </dgm:pt>
    <dgm:pt modelId="{48285632-1428-471C-8AF6-3F138F24B4C8}" type="parTrans" cxnId="{F041D69A-5F0E-4819-BE09-3D34E27C1429}">
      <dgm:prSet/>
      <dgm:spPr/>
      <dgm:t>
        <a:bodyPr/>
        <a:lstStyle/>
        <a:p>
          <a:endParaRPr lang="en-US"/>
        </a:p>
      </dgm:t>
    </dgm:pt>
    <dgm:pt modelId="{A96B9F41-B572-47B5-8A60-7129BE5698C4}" type="sibTrans" cxnId="{F041D69A-5F0E-4819-BE09-3D34E27C1429}">
      <dgm:prSet/>
      <dgm:spPr/>
      <dgm:t>
        <a:bodyPr/>
        <a:lstStyle/>
        <a:p>
          <a:endParaRPr lang="en-US"/>
        </a:p>
      </dgm:t>
    </dgm:pt>
    <dgm:pt modelId="{96A6117E-4886-48C7-99E0-250FB9A218A5}">
      <dgm:prSet/>
      <dgm:spPr/>
      <dgm:t>
        <a:bodyPr/>
        <a:lstStyle/>
        <a:p>
          <a:r>
            <a:rPr lang="en-US" dirty="0"/>
            <a:t>Multi-language support for wider reach</a:t>
          </a:r>
        </a:p>
      </dgm:t>
    </dgm:pt>
    <dgm:pt modelId="{EB273621-81F9-4FE9-9A86-0C96B91F3F83}" type="parTrans" cxnId="{6473CE43-04D5-475A-B3F1-B9B9F95BED40}">
      <dgm:prSet/>
      <dgm:spPr/>
      <dgm:t>
        <a:bodyPr/>
        <a:lstStyle/>
        <a:p>
          <a:endParaRPr lang="en-US"/>
        </a:p>
      </dgm:t>
    </dgm:pt>
    <dgm:pt modelId="{26CDAFC5-6A5A-4E51-8CC8-17140F186470}" type="sibTrans" cxnId="{6473CE43-04D5-475A-B3F1-B9B9F95BED40}">
      <dgm:prSet/>
      <dgm:spPr/>
      <dgm:t>
        <a:bodyPr/>
        <a:lstStyle/>
        <a:p>
          <a:endParaRPr lang="en-US"/>
        </a:p>
      </dgm:t>
    </dgm:pt>
    <dgm:pt modelId="{E060783F-DDF7-4A52-8EEF-1F52EB198AE6}" type="pres">
      <dgm:prSet presAssocID="{42E5E4DA-A3D9-4CFD-8821-7CAB2520797F}" presName="compositeShape" presStyleCnt="0">
        <dgm:presLayoutVars>
          <dgm:dir/>
          <dgm:resizeHandles/>
        </dgm:presLayoutVars>
      </dgm:prSet>
      <dgm:spPr/>
      <dgm:t>
        <a:bodyPr/>
        <a:lstStyle/>
        <a:p>
          <a:endParaRPr lang="en-US"/>
        </a:p>
      </dgm:t>
    </dgm:pt>
    <dgm:pt modelId="{DA016E8A-922C-4322-9F29-0AC1F1582A27}" type="pres">
      <dgm:prSet presAssocID="{42E5E4DA-A3D9-4CFD-8821-7CAB2520797F}" presName="pyramid" presStyleLbl="node1" presStyleIdx="0" presStyleCnt="1"/>
      <dgm:spPr/>
    </dgm:pt>
    <dgm:pt modelId="{50612002-E3E4-4BC1-8F38-FA00FF55BD50}" type="pres">
      <dgm:prSet presAssocID="{42E5E4DA-A3D9-4CFD-8821-7CAB2520797F}" presName="theList" presStyleCnt="0"/>
      <dgm:spPr/>
    </dgm:pt>
    <dgm:pt modelId="{FFA4E9A3-265C-4422-B691-D5838799741F}" type="pres">
      <dgm:prSet presAssocID="{03AF6937-1E9F-4DFC-8462-F14134A33B0A}" presName="aNode" presStyleLbl="fgAcc1" presStyleIdx="0" presStyleCnt="4">
        <dgm:presLayoutVars>
          <dgm:bulletEnabled val="1"/>
        </dgm:presLayoutVars>
      </dgm:prSet>
      <dgm:spPr/>
      <dgm:t>
        <a:bodyPr/>
        <a:lstStyle/>
        <a:p>
          <a:endParaRPr lang="en-US"/>
        </a:p>
      </dgm:t>
    </dgm:pt>
    <dgm:pt modelId="{8DECA4C6-675D-483C-980F-B1A348038302}" type="pres">
      <dgm:prSet presAssocID="{03AF6937-1E9F-4DFC-8462-F14134A33B0A}" presName="aSpace" presStyleCnt="0"/>
      <dgm:spPr/>
    </dgm:pt>
    <dgm:pt modelId="{8E29F7D4-4BF0-45B3-B7CA-7F53209DB9F2}" type="pres">
      <dgm:prSet presAssocID="{4C737497-196C-4D15-ABDF-1AF3DE9B70C3}" presName="aNode" presStyleLbl="fgAcc1" presStyleIdx="1" presStyleCnt="4">
        <dgm:presLayoutVars>
          <dgm:bulletEnabled val="1"/>
        </dgm:presLayoutVars>
      </dgm:prSet>
      <dgm:spPr/>
      <dgm:t>
        <a:bodyPr/>
        <a:lstStyle/>
        <a:p>
          <a:endParaRPr lang="en-US"/>
        </a:p>
      </dgm:t>
    </dgm:pt>
    <dgm:pt modelId="{DE283782-0586-4B77-BE0D-9C28D3A9929D}" type="pres">
      <dgm:prSet presAssocID="{4C737497-196C-4D15-ABDF-1AF3DE9B70C3}" presName="aSpace" presStyleCnt="0"/>
      <dgm:spPr/>
    </dgm:pt>
    <dgm:pt modelId="{07A842A1-259B-42E8-A15D-9C9ABD667F43}" type="pres">
      <dgm:prSet presAssocID="{0A69269C-314B-40AB-B1F5-40C6C79AC746}" presName="aNode" presStyleLbl="fgAcc1" presStyleIdx="2" presStyleCnt="4">
        <dgm:presLayoutVars>
          <dgm:bulletEnabled val="1"/>
        </dgm:presLayoutVars>
      </dgm:prSet>
      <dgm:spPr/>
      <dgm:t>
        <a:bodyPr/>
        <a:lstStyle/>
        <a:p>
          <a:endParaRPr lang="en-US"/>
        </a:p>
      </dgm:t>
    </dgm:pt>
    <dgm:pt modelId="{4CACDD11-CB6E-409B-986D-E46CC5A2BBAC}" type="pres">
      <dgm:prSet presAssocID="{0A69269C-314B-40AB-B1F5-40C6C79AC746}" presName="aSpace" presStyleCnt="0"/>
      <dgm:spPr/>
    </dgm:pt>
    <dgm:pt modelId="{04854E82-7299-4CA0-8EEE-10F939A98BE0}" type="pres">
      <dgm:prSet presAssocID="{96A6117E-4886-48C7-99E0-250FB9A218A5}" presName="aNode" presStyleLbl="fgAcc1" presStyleIdx="3" presStyleCnt="4">
        <dgm:presLayoutVars>
          <dgm:bulletEnabled val="1"/>
        </dgm:presLayoutVars>
      </dgm:prSet>
      <dgm:spPr/>
      <dgm:t>
        <a:bodyPr/>
        <a:lstStyle/>
        <a:p>
          <a:endParaRPr lang="en-US"/>
        </a:p>
      </dgm:t>
    </dgm:pt>
    <dgm:pt modelId="{83BE6ACE-3E89-4A1D-A5F6-C757648C8644}" type="pres">
      <dgm:prSet presAssocID="{96A6117E-4886-48C7-99E0-250FB9A218A5}" presName="aSpace" presStyleCnt="0"/>
      <dgm:spPr/>
    </dgm:pt>
  </dgm:ptLst>
  <dgm:cxnLst>
    <dgm:cxn modelId="{8172C0E6-24D7-495D-909B-C38192F1BAA1}" srcId="{42E5E4DA-A3D9-4CFD-8821-7CAB2520797F}" destId="{4C737497-196C-4D15-ABDF-1AF3DE9B70C3}" srcOrd="1" destOrd="0" parTransId="{FD162E44-6B5B-4B79-A9FC-152065556F96}" sibTransId="{891C8168-F663-4CCA-A05A-479E1845B581}"/>
    <dgm:cxn modelId="{7FEBCC5C-8DFF-4296-A2C8-2AD474251FEA}" type="presOf" srcId="{42E5E4DA-A3D9-4CFD-8821-7CAB2520797F}" destId="{E060783F-DDF7-4A52-8EEF-1F52EB198AE6}" srcOrd="0" destOrd="0" presId="urn:microsoft.com/office/officeart/2005/8/layout/pyramid2"/>
    <dgm:cxn modelId="{3958DE43-D4B3-4106-8944-4FE3C437562E}" type="presOf" srcId="{0A69269C-314B-40AB-B1F5-40C6C79AC746}" destId="{07A842A1-259B-42E8-A15D-9C9ABD667F43}" srcOrd="0" destOrd="0" presId="urn:microsoft.com/office/officeart/2005/8/layout/pyramid2"/>
    <dgm:cxn modelId="{4619D12B-4348-42F1-A02D-D509E350DA86}" type="presOf" srcId="{96A6117E-4886-48C7-99E0-250FB9A218A5}" destId="{04854E82-7299-4CA0-8EEE-10F939A98BE0}" srcOrd="0" destOrd="0" presId="urn:microsoft.com/office/officeart/2005/8/layout/pyramid2"/>
    <dgm:cxn modelId="{023B587B-B57C-4979-A9F9-7C87B814783E}" srcId="{42E5E4DA-A3D9-4CFD-8821-7CAB2520797F}" destId="{03AF6937-1E9F-4DFC-8462-F14134A33B0A}" srcOrd="0" destOrd="0" parTransId="{4C867DBC-67AA-45B7-8F2E-326C78AD223B}" sibTransId="{57C55E4E-9BA9-4090-8DB0-97AF96871E6D}"/>
    <dgm:cxn modelId="{D0ABF558-7DE0-45A3-AA3F-AE68C31E9DC0}" type="presOf" srcId="{03AF6937-1E9F-4DFC-8462-F14134A33B0A}" destId="{FFA4E9A3-265C-4422-B691-D5838799741F}" srcOrd="0" destOrd="0" presId="urn:microsoft.com/office/officeart/2005/8/layout/pyramid2"/>
    <dgm:cxn modelId="{1919310E-0C5E-478E-AC54-11C031011692}" type="presOf" srcId="{4C737497-196C-4D15-ABDF-1AF3DE9B70C3}" destId="{8E29F7D4-4BF0-45B3-B7CA-7F53209DB9F2}" srcOrd="0" destOrd="0" presId="urn:microsoft.com/office/officeart/2005/8/layout/pyramid2"/>
    <dgm:cxn modelId="{6473CE43-04D5-475A-B3F1-B9B9F95BED40}" srcId="{42E5E4DA-A3D9-4CFD-8821-7CAB2520797F}" destId="{96A6117E-4886-48C7-99E0-250FB9A218A5}" srcOrd="3" destOrd="0" parTransId="{EB273621-81F9-4FE9-9A86-0C96B91F3F83}" sibTransId="{26CDAFC5-6A5A-4E51-8CC8-17140F186470}"/>
    <dgm:cxn modelId="{F041D69A-5F0E-4819-BE09-3D34E27C1429}" srcId="{42E5E4DA-A3D9-4CFD-8821-7CAB2520797F}" destId="{0A69269C-314B-40AB-B1F5-40C6C79AC746}" srcOrd="2" destOrd="0" parTransId="{48285632-1428-471C-8AF6-3F138F24B4C8}" sibTransId="{A96B9F41-B572-47B5-8A60-7129BE5698C4}"/>
    <dgm:cxn modelId="{7A13324F-293A-4CA2-8AE1-092DEFD7407C}" type="presParOf" srcId="{E060783F-DDF7-4A52-8EEF-1F52EB198AE6}" destId="{DA016E8A-922C-4322-9F29-0AC1F1582A27}" srcOrd="0" destOrd="0" presId="urn:microsoft.com/office/officeart/2005/8/layout/pyramid2"/>
    <dgm:cxn modelId="{05C531FC-9CF7-40CC-A7BA-10A62DC39EBE}" type="presParOf" srcId="{E060783F-DDF7-4A52-8EEF-1F52EB198AE6}" destId="{50612002-E3E4-4BC1-8F38-FA00FF55BD50}" srcOrd="1" destOrd="0" presId="urn:microsoft.com/office/officeart/2005/8/layout/pyramid2"/>
    <dgm:cxn modelId="{32CF7017-0BE4-4EB7-B9AA-EAF09FF2A9D5}" type="presParOf" srcId="{50612002-E3E4-4BC1-8F38-FA00FF55BD50}" destId="{FFA4E9A3-265C-4422-B691-D5838799741F}" srcOrd="0" destOrd="0" presId="urn:microsoft.com/office/officeart/2005/8/layout/pyramid2"/>
    <dgm:cxn modelId="{47ED9E21-A6B2-4155-8867-DDB885472C51}" type="presParOf" srcId="{50612002-E3E4-4BC1-8F38-FA00FF55BD50}" destId="{8DECA4C6-675D-483C-980F-B1A348038302}" srcOrd="1" destOrd="0" presId="urn:microsoft.com/office/officeart/2005/8/layout/pyramid2"/>
    <dgm:cxn modelId="{DBFE8583-E802-4DB1-86B5-A9C7374E7AE6}" type="presParOf" srcId="{50612002-E3E4-4BC1-8F38-FA00FF55BD50}" destId="{8E29F7D4-4BF0-45B3-B7CA-7F53209DB9F2}" srcOrd="2" destOrd="0" presId="urn:microsoft.com/office/officeart/2005/8/layout/pyramid2"/>
    <dgm:cxn modelId="{53A37979-6E19-4372-A9AC-A118C28DA218}" type="presParOf" srcId="{50612002-E3E4-4BC1-8F38-FA00FF55BD50}" destId="{DE283782-0586-4B77-BE0D-9C28D3A9929D}" srcOrd="3" destOrd="0" presId="urn:microsoft.com/office/officeart/2005/8/layout/pyramid2"/>
    <dgm:cxn modelId="{467130F3-5A79-4A8B-A70C-9FDD9EA90942}" type="presParOf" srcId="{50612002-E3E4-4BC1-8F38-FA00FF55BD50}" destId="{07A842A1-259B-42E8-A15D-9C9ABD667F43}" srcOrd="4" destOrd="0" presId="urn:microsoft.com/office/officeart/2005/8/layout/pyramid2"/>
    <dgm:cxn modelId="{9EF3D7D0-970C-4E8E-BFA7-E26C5B3D1EFC}" type="presParOf" srcId="{50612002-E3E4-4BC1-8F38-FA00FF55BD50}" destId="{4CACDD11-CB6E-409B-986D-E46CC5A2BBAC}" srcOrd="5" destOrd="0" presId="urn:microsoft.com/office/officeart/2005/8/layout/pyramid2"/>
    <dgm:cxn modelId="{BAC18609-8DDE-42A1-B00A-55689969BE67}" type="presParOf" srcId="{50612002-E3E4-4BC1-8F38-FA00FF55BD50}" destId="{04854E82-7299-4CA0-8EEE-10F939A98BE0}" srcOrd="6" destOrd="0" presId="urn:microsoft.com/office/officeart/2005/8/layout/pyramid2"/>
    <dgm:cxn modelId="{CC593062-E3C8-44D4-AF9D-1D080DED0087}" type="presParOf" srcId="{50612002-E3E4-4BC1-8F38-FA00FF55BD50}" destId="{83BE6ACE-3E89-4A1D-A5F6-C757648C8644}" srcOrd="7" destOrd="0" presId="urn:microsoft.com/office/officeart/2005/8/layout/pyramid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9AD06719-DE0B-4770-BE46-D8D00DD6073E}" type="doc">
      <dgm:prSet loTypeId="urn:microsoft.com/office/officeart/2005/8/layout/vList2" loCatId="list" qsTypeId="urn:microsoft.com/office/officeart/2005/8/quickstyle/simple4" qsCatId="simple" csTypeId="urn:microsoft.com/office/officeart/2005/8/colors/accent1_4" csCatId="accent1" phldr="1"/>
      <dgm:spPr/>
      <dgm:t>
        <a:bodyPr/>
        <a:lstStyle/>
        <a:p>
          <a:endParaRPr lang="en-US"/>
        </a:p>
      </dgm:t>
    </dgm:pt>
    <dgm:pt modelId="{8049F0FA-3EE0-40A9-9993-7EC0C1D364CB}">
      <dgm:prSet phldrT="[Text]"/>
      <dgm:spPr/>
      <dgm:t>
        <a:bodyPr/>
        <a:lstStyle/>
        <a:p>
          <a:r>
            <a:rPr lang="en-US"/>
            <a:t>Documentation on FastAPI &amp; Streamlit</a:t>
          </a:r>
        </a:p>
      </dgm:t>
    </dgm:pt>
    <dgm:pt modelId="{D3141743-4006-4826-A178-CB4F216DCA65}" type="parTrans" cxnId="{69D074FD-C500-4F3E-9D66-532A8AC46D96}">
      <dgm:prSet/>
      <dgm:spPr/>
      <dgm:t>
        <a:bodyPr/>
        <a:lstStyle/>
        <a:p>
          <a:endParaRPr lang="en-US"/>
        </a:p>
      </dgm:t>
    </dgm:pt>
    <dgm:pt modelId="{C4766EB2-B03B-47B2-B764-9F32A496B7B8}" type="sibTrans" cxnId="{69D074FD-C500-4F3E-9D66-532A8AC46D96}">
      <dgm:prSet/>
      <dgm:spPr/>
      <dgm:t>
        <a:bodyPr/>
        <a:lstStyle/>
        <a:p>
          <a:endParaRPr lang="en-US"/>
        </a:p>
      </dgm:t>
    </dgm:pt>
    <dgm:pt modelId="{8676108E-6DAA-4817-8C9E-01FAEE6DFDE4}">
      <dgm:prSet/>
      <dgm:spPr/>
      <dgm:t>
        <a:bodyPr/>
        <a:lstStyle/>
        <a:p>
          <a:r>
            <a:rPr lang="en-US"/>
            <a:t>Supabase authentication &amp; security guidelines</a:t>
          </a:r>
          <a:endParaRPr lang="en-US" dirty="0"/>
        </a:p>
      </dgm:t>
    </dgm:pt>
    <dgm:pt modelId="{6C63C674-EE85-43A9-BBF7-AF7E1FC6DB19}" type="parTrans" cxnId="{7BECF219-911C-4A83-8A6F-EBF2AD0496E9}">
      <dgm:prSet/>
      <dgm:spPr/>
      <dgm:t>
        <a:bodyPr/>
        <a:lstStyle/>
        <a:p>
          <a:endParaRPr lang="en-US"/>
        </a:p>
      </dgm:t>
    </dgm:pt>
    <dgm:pt modelId="{5924CC6F-FF7A-4EC1-B259-A9BB7AD8CEA3}" type="sibTrans" cxnId="{7BECF219-911C-4A83-8A6F-EBF2AD0496E9}">
      <dgm:prSet/>
      <dgm:spPr/>
      <dgm:t>
        <a:bodyPr/>
        <a:lstStyle/>
        <a:p>
          <a:endParaRPr lang="en-US"/>
        </a:p>
      </dgm:t>
    </dgm:pt>
    <dgm:pt modelId="{5DDCBE2B-801D-43FB-A52C-73F971404E1A}">
      <dgm:prSet/>
      <dgm:spPr/>
      <dgm:t>
        <a:bodyPr/>
        <a:lstStyle/>
        <a:p>
          <a:r>
            <a:rPr lang="en-US"/>
            <a:t>Research papers on AI in mental health</a:t>
          </a:r>
          <a:endParaRPr lang="en-US" dirty="0"/>
        </a:p>
      </dgm:t>
    </dgm:pt>
    <dgm:pt modelId="{D067C23C-AB34-43D3-9BDA-31E8F595D783}" type="parTrans" cxnId="{6C9A697D-9424-4A22-8288-4D9272192553}">
      <dgm:prSet/>
      <dgm:spPr/>
      <dgm:t>
        <a:bodyPr/>
        <a:lstStyle/>
        <a:p>
          <a:endParaRPr lang="en-US"/>
        </a:p>
      </dgm:t>
    </dgm:pt>
    <dgm:pt modelId="{5E087E87-C7B6-4A23-BD31-DF5A61C53D9A}" type="sibTrans" cxnId="{6C9A697D-9424-4A22-8288-4D9272192553}">
      <dgm:prSet/>
      <dgm:spPr/>
      <dgm:t>
        <a:bodyPr/>
        <a:lstStyle/>
        <a:p>
          <a:endParaRPr lang="en-US"/>
        </a:p>
      </dgm:t>
    </dgm:pt>
    <dgm:pt modelId="{4F475760-FCA7-4C1C-B6DA-18E040A27844}">
      <dgm:prSet/>
      <dgm:spPr/>
      <dgm:t>
        <a:bodyPr/>
        <a:lstStyle/>
        <a:p>
          <a:r>
            <a:rPr lang="en-US"/>
            <a:t>Gemini API documentation</a:t>
          </a:r>
          <a:endParaRPr lang="en-US" dirty="0"/>
        </a:p>
      </dgm:t>
    </dgm:pt>
    <dgm:pt modelId="{4F254B6F-7D7A-496B-8B96-A4F1E4B58628}" type="parTrans" cxnId="{3D299AA1-F2CF-4D77-BE9F-051D6A0BA538}">
      <dgm:prSet/>
      <dgm:spPr/>
      <dgm:t>
        <a:bodyPr/>
        <a:lstStyle/>
        <a:p>
          <a:endParaRPr lang="en-US"/>
        </a:p>
      </dgm:t>
    </dgm:pt>
    <dgm:pt modelId="{F407E254-3A59-4D81-94D6-1C234B98BB35}" type="sibTrans" cxnId="{3D299AA1-F2CF-4D77-BE9F-051D6A0BA538}">
      <dgm:prSet/>
      <dgm:spPr/>
      <dgm:t>
        <a:bodyPr/>
        <a:lstStyle/>
        <a:p>
          <a:endParaRPr lang="en-US"/>
        </a:p>
      </dgm:t>
    </dgm:pt>
    <dgm:pt modelId="{D84B0D1C-D9F8-448E-8C09-D98C95BEBE33}">
      <dgm:prSet/>
      <dgm:spPr/>
      <dgm:t>
        <a:bodyPr/>
        <a:lstStyle/>
        <a:p>
          <a:r>
            <a:rPr lang="en-US"/>
            <a:t>Dizvik Dataset &amp; fer2013</a:t>
          </a:r>
          <a:endParaRPr lang="en-US" dirty="0"/>
        </a:p>
      </dgm:t>
    </dgm:pt>
    <dgm:pt modelId="{92D0A705-48BA-46BD-8945-461AECA2FB26}" type="parTrans" cxnId="{9CA12140-D6B8-4EE5-80CB-7087B031EACC}">
      <dgm:prSet/>
      <dgm:spPr/>
      <dgm:t>
        <a:bodyPr/>
        <a:lstStyle/>
        <a:p>
          <a:endParaRPr lang="en-US"/>
        </a:p>
      </dgm:t>
    </dgm:pt>
    <dgm:pt modelId="{62049E40-228A-436F-BF28-DA89521E70A8}" type="sibTrans" cxnId="{9CA12140-D6B8-4EE5-80CB-7087B031EACC}">
      <dgm:prSet/>
      <dgm:spPr/>
      <dgm:t>
        <a:bodyPr/>
        <a:lstStyle/>
        <a:p>
          <a:endParaRPr lang="en-US"/>
        </a:p>
      </dgm:t>
    </dgm:pt>
    <dgm:pt modelId="{8AF89B00-A829-49E2-BB8E-359C5FCFD1E6}" type="pres">
      <dgm:prSet presAssocID="{9AD06719-DE0B-4770-BE46-D8D00DD6073E}" presName="linear" presStyleCnt="0">
        <dgm:presLayoutVars>
          <dgm:animLvl val="lvl"/>
          <dgm:resizeHandles val="exact"/>
        </dgm:presLayoutVars>
      </dgm:prSet>
      <dgm:spPr/>
      <dgm:t>
        <a:bodyPr/>
        <a:lstStyle/>
        <a:p>
          <a:endParaRPr lang="en-US"/>
        </a:p>
      </dgm:t>
    </dgm:pt>
    <dgm:pt modelId="{6B0D16AC-3DA8-4F0E-A5E2-AA7C06211CEB}" type="pres">
      <dgm:prSet presAssocID="{8049F0FA-3EE0-40A9-9993-7EC0C1D364CB}" presName="parentText" presStyleLbl="node1" presStyleIdx="0" presStyleCnt="5">
        <dgm:presLayoutVars>
          <dgm:chMax val="0"/>
          <dgm:bulletEnabled val="1"/>
        </dgm:presLayoutVars>
      </dgm:prSet>
      <dgm:spPr/>
      <dgm:t>
        <a:bodyPr/>
        <a:lstStyle/>
        <a:p>
          <a:endParaRPr lang="en-US"/>
        </a:p>
      </dgm:t>
    </dgm:pt>
    <dgm:pt modelId="{77D5931B-97EA-41B3-9F14-CF4C1B5B863C}" type="pres">
      <dgm:prSet presAssocID="{C4766EB2-B03B-47B2-B764-9F32A496B7B8}" presName="spacer" presStyleCnt="0"/>
      <dgm:spPr/>
    </dgm:pt>
    <dgm:pt modelId="{AF1A24F5-B141-4A8B-83FD-20987840BEBF}" type="pres">
      <dgm:prSet presAssocID="{8676108E-6DAA-4817-8C9E-01FAEE6DFDE4}" presName="parentText" presStyleLbl="node1" presStyleIdx="1" presStyleCnt="5">
        <dgm:presLayoutVars>
          <dgm:chMax val="0"/>
          <dgm:bulletEnabled val="1"/>
        </dgm:presLayoutVars>
      </dgm:prSet>
      <dgm:spPr/>
      <dgm:t>
        <a:bodyPr/>
        <a:lstStyle/>
        <a:p>
          <a:endParaRPr lang="en-US"/>
        </a:p>
      </dgm:t>
    </dgm:pt>
    <dgm:pt modelId="{76FEB916-24B9-441F-8B63-8E598FD030D1}" type="pres">
      <dgm:prSet presAssocID="{5924CC6F-FF7A-4EC1-B259-A9BB7AD8CEA3}" presName="spacer" presStyleCnt="0"/>
      <dgm:spPr/>
    </dgm:pt>
    <dgm:pt modelId="{D659230F-0020-49B2-A5CC-0895FFB29784}" type="pres">
      <dgm:prSet presAssocID="{5DDCBE2B-801D-43FB-A52C-73F971404E1A}" presName="parentText" presStyleLbl="node1" presStyleIdx="2" presStyleCnt="5">
        <dgm:presLayoutVars>
          <dgm:chMax val="0"/>
          <dgm:bulletEnabled val="1"/>
        </dgm:presLayoutVars>
      </dgm:prSet>
      <dgm:spPr/>
      <dgm:t>
        <a:bodyPr/>
        <a:lstStyle/>
        <a:p>
          <a:endParaRPr lang="en-US"/>
        </a:p>
      </dgm:t>
    </dgm:pt>
    <dgm:pt modelId="{71BB33D8-C2AE-484C-8342-B5844CC09C49}" type="pres">
      <dgm:prSet presAssocID="{5E087E87-C7B6-4A23-BD31-DF5A61C53D9A}" presName="spacer" presStyleCnt="0"/>
      <dgm:spPr/>
    </dgm:pt>
    <dgm:pt modelId="{8480703C-D365-4A2E-936A-C70139AE9ADC}" type="pres">
      <dgm:prSet presAssocID="{4F475760-FCA7-4C1C-B6DA-18E040A27844}" presName="parentText" presStyleLbl="node1" presStyleIdx="3" presStyleCnt="5">
        <dgm:presLayoutVars>
          <dgm:chMax val="0"/>
          <dgm:bulletEnabled val="1"/>
        </dgm:presLayoutVars>
      </dgm:prSet>
      <dgm:spPr/>
      <dgm:t>
        <a:bodyPr/>
        <a:lstStyle/>
        <a:p>
          <a:endParaRPr lang="en-US"/>
        </a:p>
      </dgm:t>
    </dgm:pt>
    <dgm:pt modelId="{83810C2D-681B-45A7-9A54-75B079C1C5C9}" type="pres">
      <dgm:prSet presAssocID="{F407E254-3A59-4D81-94D6-1C234B98BB35}" presName="spacer" presStyleCnt="0"/>
      <dgm:spPr/>
    </dgm:pt>
    <dgm:pt modelId="{3DB66D29-8259-476E-B4CC-FA8BDA87D66D}" type="pres">
      <dgm:prSet presAssocID="{D84B0D1C-D9F8-448E-8C09-D98C95BEBE33}" presName="parentText" presStyleLbl="node1" presStyleIdx="4" presStyleCnt="5">
        <dgm:presLayoutVars>
          <dgm:chMax val="0"/>
          <dgm:bulletEnabled val="1"/>
        </dgm:presLayoutVars>
      </dgm:prSet>
      <dgm:spPr/>
      <dgm:t>
        <a:bodyPr/>
        <a:lstStyle/>
        <a:p>
          <a:endParaRPr lang="en-US"/>
        </a:p>
      </dgm:t>
    </dgm:pt>
  </dgm:ptLst>
  <dgm:cxnLst>
    <dgm:cxn modelId="{3D299AA1-F2CF-4D77-BE9F-051D6A0BA538}" srcId="{9AD06719-DE0B-4770-BE46-D8D00DD6073E}" destId="{4F475760-FCA7-4C1C-B6DA-18E040A27844}" srcOrd="3" destOrd="0" parTransId="{4F254B6F-7D7A-496B-8B96-A4F1E4B58628}" sibTransId="{F407E254-3A59-4D81-94D6-1C234B98BB35}"/>
    <dgm:cxn modelId="{7A618D63-7BE7-45B4-A25E-893EF120852B}" type="presOf" srcId="{9AD06719-DE0B-4770-BE46-D8D00DD6073E}" destId="{8AF89B00-A829-49E2-BB8E-359C5FCFD1E6}" srcOrd="0" destOrd="0" presId="urn:microsoft.com/office/officeart/2005/8/layout/vList2"/>
    <dgm:cxn modelId="{C27209AC-9769-4792-957B-4D263A128436}" type="presOf" srcId="{8049F0FA-3EE0-40A9-9993-7EC0C1D364CB}" destId="{6B0D16AC-3DA8-4F0E-A5E2-AA7C06211CEB}" srcOrd="0" destOrd="0" presId="urn:microsoft.com/office/officeart/2005/8/layout/vList2"/>
    <dgm:cxn modelId="{4265C407-E101-415D-A4B0-8ABF72215289}" type="presOf" srcId="{8676108E-6DAA-4817-8C9E-01FAEE6DFDE4}" destId="{AF1A24F5-B141-4A8B-83FD-20987840BEBF}" srcOrd="0" destOrd="0" presId="urn:microsoft.com/office/officeart/2005/8/layout/vList2"/>
    <dgm:cxn modelId="{FA613EC7-0EBB-4A7C-9642-053A139CDB33}" type="presOf" srcId="{5DDCBE2B-801D-43FB-A52C-73F971404E1A}" destId="{D659230F-0020-49B2-A5CC-0895FFB29784}" srcOrd="0" destOrd="0" presId="urn:microsoft.com/office/officeart/2005/8/layout/vList2"/>
    <dgm:cxn modelId="{6C9A697D-9424-4A22-8288-4D9272192553}" srcId="{9AD06719-DE0B-4770-BE46-D8D00DD6073E}" destId="{5DDCBE2B-801D-43FB-A52C-73F971404E1A}" srcOrd="2" destOrd="0" parTransId="{D067C23C-AB34-43D3-9BDA-31E8F595D783}" sibTransId="{5E087E87-C7B6-4A23-BD31-DF5A61C53D9A}"/>
    <dgm:cxn modelId="{69D074FD-C500-4F3E-9D66-532A8AC46D96}" srcId="{9AD06719-DE0B-4770-BE46-D8D00DD6073E}" destId="{8049F0FA-3EE0-40A9-9993-7EC0C1D364CB}" srcOrd="0" destOrd="0" parTransId="{D3141743-4006-4826-A178-CB4F216DCA65}" sibTransId="{C4766EB2-B03B-47B2-B764-9F32A496B7B8}"/>
    <dgm:cxn modelId="{7BECF219-911C-4A83-8A6F-EBF2AD0496E9}" srcId="{9AD06719-DE0B-4770-BE46-D8D00DD6073E}" destId="{8676108E-6DAA-4817-8C9E-01FAEE6DFDE4}" srcOrd="1" destOrd="0" parTransId="{6C63C674-EE85-43A9-BBF7-AF7E1FC6DB19}" sibTransId="{5924CC6F-FF7A-4EC1-B259-A9BB7AD8CEA3}"/>
    <dgm:cxn modelId="{BCD76F2B-D130-4373-8158-15ADCFED769D}" type="presOf" srcId="{4F475760-FCA7-4C1C-B6DA-18E040A27844}" destId="{8480703C-D365-4A2E-936A-C70139AE9ADC}" srcOrd="0" destOrd="0" presId="urn:microsoft.com/office/officeart/2005/8/layout/vList2"/>
    <dgm:cxn modelId="{9CA12140-D6B8-4EE5-80CB-7087B031EACC}" srcId="{9AD06719-DE0B-4770-BE46-D8D00DD6073E}" destId="{D84B0D1C-D9F8-448E-8C09-D98C95BEBE33}" srcOrd="4" destOrd="0" parTransId="{92D0A705-48BA-46BD-8945-461AECA2FB26}" sibTransId="{62049E40-228A-436F-BF28-DA89521E70A8}"/>
    <dgm:cxn modelId="{2ADF41DA-8B9B-473B-B890-8708BA6B6C5A}" type="presOf" srcId="{D84B0D1C-D9F8-448E-8C09-D98C95BEBE33}" destId="{3DB66D29-8259-476E-B4CC-FA8BDA87D66D}" srcOrd="0" destOrd="0" presId="urn:microsoft.com/office/officeart/2005/8/layout/vList2"/>
    <dgm:cxn modelId="{A7F9DD80-8926-48A0-8673-2A45D3011BC7}" type="presParOf" srcId="{8AF89B00-A829-49E2-BB8E-359C5FCFD1E6}" destId="{6B0D16AC-3DA8-4F0E-A5E2-AA7C06211CEB}" srcOrd="0" destOrd="0" presId="urn:microsoft.com/office/officeart/2005/8/layout/vList2"/>
    <dgm:cxn modelId="{35FF0C78-6CF7-44C2-98E3-B830BA7368BA}" type="presParOf" srcId="{8AF89B00-A829-49E2-BB8E-359C5FCFD1E6}" destId="{77D5931B-97EA-41B3-9F14-CF4C1B5B863C}" srcOrd="1" destOrd="0" presId="urn:microsoft.com/office/officeart/2005/8/layout/vList2"/>
    <dgm:cxn modelId="{BD4E8D70-F625-4ED8-817E-1C3DE9430D07}" type="presParOf" srcId="{8AF89B00-A829-49E2-BB8E-359C5FCFD1E6}" destId="{AF1A24F5-B141-4A8B-83FD-20987840BEBF}" srcOrd="2" destOrd="0" presId="urn:microsoft.com/office/officeart/2005/8/layout/vList2"/>
    <dgm:cxn modelId="{E3D6ADD8-DDCA-47D0-B259-278286EEE672}" type="presParOf" srcId="{8AF89B00-A829-49E2-BB8E-359C5FCFD1E6}" destId="{76FEB916-24B9-441F-8B63-8E598FD030D1}" srcOrd="3" destOrd="0" presId="urn:microsoft.com/office/officeart/2005/8/layout/vList2"/>
    <dgm:cxn modelId="{99B755E9-EA1D-4036-A143-FFAE4918F8D5}" type="presParOf" srcId="{8AF89B00-A829-49E2-BB8E-359C5FCFD1E6}" destId="{D659230F-0020-49B2-A5CC-0895FFB29784}" srcOrd="4" destOrd="0" presId="urn:microsoft.com/office/officeart/2005/8/layout/vList2"/>
    <dgm:cxn modelId="{91D7D054-986E-4720-BB15-C545EEAC4BD6}" type="presParOf" srcId="{8AF89B00-A829-49E2-BB8E-359C5FCFD1E6}" destId="{71BB33D8-C2AE-484C-8342-B5844CC09C49}" srcOrd="5" destOrd="0" presId="urn:microsoft.com/office/officeart/2005/8/layout/vList2"/>
    <dgm:cxn modelId="{94ADC770-4233-4D85-B34A-EE2B2C000B81}" type="presParOf" srcId="{8AF89B00-A829-49E2-BB8E-359C5FCFD1E6}" destId="{8480703C-D365-4A2E-936A-C70139AE9ADC}" srcOrd="6" destOrd="0" presId="urn:microsoft.com/office/officeart/2005/8/layout/vList2"/>
    <dgm:cxn modelId="{5D8A16C1-F8BF-4850-8132-08ABF42E3ADA}" type="presParOf" srcId="{8AF89B00-A829-49E2-BB8E-359C5FCFD1E6}" destId="{83810C2D-681B-45A7-9A54-75B079C1C5C9}" srcOrd="7" destOrd="0" presId="urn:microsoft.com/office/officeart/2005/8/layout/vList2"/>
    <dgm:cxn modelId="{8041227B-7E88-4F15-9111-80676563D210}" type="presParOf" srcId="{8AF89B00-A829-49E2-BB8E-359C5FCFD1E6}" destId="{3DB66D29-8259-476E-B4CC-FA8BDA87D66D}"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D58DC6-2183-483F-869A-7971838699CF}">
      <dsp:nvSpPr>
        <dsp:cNvPr id="0" name=""/>
        <dsp:cNvSpPr/>
      </dsp:nvSpPr>
      <dsp:spPr>
        <a:xfrm>
          <a:off x="0" y="258409"/>
          <a:ext cx="7543800" cy="552825"/>
        </a:xfrm>
        <a:prstGeom prst="rect">
          <a:avLst/>
        </a:prstGeom>
        <a:solidFill>
          <a:schemeClr val="lt1">
            <a:alpha val="90000"/>
            <a:hueOff val="0"/>
            <a:satOff val="0"/>
            <a:lumOff val="0"/>
            <a:alphaOff val="0"/>
          </a:schemeClr>
        </a:solidFill>
        <a:ln w="9525" cap="flat" cmpd="sng" algn="ctr">
          <a:solidFill>
            <a:schemeClr val="accent1">
              <a:shade val="5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85483" tIns="270764" rIns="585483"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dirty="0" err="1">
              <a:effectLst/>
              <a:ea typeface="Calibri" panose="020F0502020204030204" pitchFamily="34" charset="0"/>
            </a:rPr>
            <a:t>RoboMH</a:t>
          </a:r>
          <a:r>
            <a:rPr lang="en-US" sz="1300" kern="1200" dirty="0">
              <a:effectLst/>
              <a:ea typeface="Calibri" panose="020F0502020204030204" pitchFamily="34" charset="0"/>
            </a:rPr>
            <a:t>--AI Powered Mental Health Monitoring System</a:t>
          </a:r>
          <a:endParaRPr lang="en-IN" sz="1300" kern="1200" dirty="0">
            <a:effectLst/>
            <a:ea typeface="Calibri" panose="020F0502020204030204" pitchFamily="34" charset="0"/>
          </a:endParaRPr>
        </a:p>
      </dsp:txBody>
      <dsp:txXfrm>
        <a:off x="0" y="258409"/>
        <a:ext cx="7543800" cy="552825"/>
      </dsp:txXfrm>
    </dsp:sp>
    <dsp:sp modelId="{8C7C3790-A656-42BC-8553-25845A2A8EDE}">
      <dsp:nvSpPr>
        <dsp:cNvPr id="0" name=""/>
        <dsp:cNvSpPr/>
      </dsp:nvSpPr>
      <dsp:spPr>
        <a:xfrm>
          <a:off x="377190" y="66529"/>
          <a:ext cx="5280660" cy="383760"/>
        </a:xfrm>
        <a:prstGeom prst="roundRect">
          <a:avLst/>
        </a:prstGeom>
        <a:gradFill rotWithShape="0">
          <a:gsLst>
            <a:gs pos="0">
              <a:schemeClr val="accent1">
                <a:shade val="50000"/>
                <a:hueOff val="0"/>
                <a:satOff val="0"/>
                <a:lumOff val="0"/>
                <a:alphaOff val="0"/>
                <a:shade val="51000"/>
                <a:satMod val="130000"/>
              </a:schemeClr>
            </a:gs>
            <a:gs pos="80000">
              <a:schemeClr val="accent1">
                <a:shade val="50000"/>
                <a:hueOff val="0"/>
                <a:satOff val="0"/>
                <a:lumOff val="0"/>
                <a:alphaOff val="0"/>
                <a:shade val="93000"/>
                <a:satMod val="130000"/>
              </a:schemeClr>
            </a:gs>
            <a:gs pos="100000">
              <a:schemeClr val="accent1">
                <a:shade val="5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99596" tIns="0" rIns="199596" bIns="0" numCol="1" spcCol="1270" anchor="ctr" anchorCtr="0">
          <a:noAutofit/>
        </a:bodyPr>
        <a:lstStyle/>
        <a:p>
          <a:pPr lvl="0" algn="l" defTabSz="577850">
            <a:lnSpc>
              <a:spcPct val="90000"/>
            </a:lnSpc>
            <a:spcBef>
              <a:spcPct val="0"/>
            </a:spcBef>
            <a:spcAft>
              <a:spcPct val="35000"/>
            </a:spcAft>
          </a:pPr>
          <a:r>
            <a:rPr lang="en-US" sz="1300" b="1" kern="1200" spc="-10" dirty="0">
              <a:effectLst/>
              <a:ea typeface="Calibri" panose="020F0502020204030204" pitchFamily="34" charset="0"/>
            </a:rPr>
            <a:t>Project</a:t>
          </a:r>
          <a:r>
            <a:rPr lang="en-US" sz="1300" b="1" kern="1200" spc="-35" dirty="0">
              <a:effectLst/>
              <a:ea typeface="Calibri" panose="020F0502020204030204" pitchFamily="34" charset="0"/>
            </a:rPr>
            <a:t> </a:t>
          </a:r>
          <a:r>
            <a:rPr lang="en-US" sz="1300" b="1" kern="1200" spc="-10" dirty="0">
              <a:effectLst/>
              <a:ea typeface="Calibri" panose="020F0502020204030204" pitchFamily="34" charset="0"/>
            </a:rPr>
            <a:t>Definition:</a:t>
          </a:r>
          <a:endParaRPr lang="en-US" sz="1300" kern="1200" dirty="0"/>
        </a:p>
      </dsp:txBody>
      <dsp:txXfrm>
        <a:off x="395924" y="85263"/>
        <a:ext cx="5243192" cy="346292"/>
      </dsp:txXfrm>
    </dsp:sp>
    <dsp:sp modelId="{6F46DCFB-EF32-4099-9890-7B1D81525B6E}">
      <dsp:nvSpPr>
        <dsp:cNvPr id="0" name=""/>
        <dsp:cNvSpPr/>
      </dsp:nvSpPr>
      <dsp:spPr>
        <a:xfrm>
          <a:off x="0" y="1073314"/>
          <a:ext cx="7543800" cy="1105650"/>
        </a:xfrm>
        <a:prstGeom prst="rect">
          <a:avLst/>
        </a:prstGeom>
        <a:solidFill>
          <a:schemeClr val="lt1">
            <a:alpha val="90000"/>
            <a:hueOff val="0"/>
            <a:satOff val="0"/>
            <a:lumOff val="0"/>
            <a:alphaOff val="0"/>
          </a:schemeClr>
        </a:solidFill>
        <a:ln w="9525" cap="flat" cmpd="sng" algn="ctr">
          <a:solidFill>
            <a:schemeClr val="accent1">
              <a:shade val="50000"/>
              <a:hueOff val="520350"/>
              <a:satOff val="-30057"/>
              <a:lumOff val="33026"/>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85483" tIns="270764" rIns="585483"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dirty="0">
              <a:effectLst/>
              <a:ea typeface="Times New Roman" panose="02020603050405020304" pitchFamily="18" charset="0"/>
            </a:rPr>
            <a:t>The AI-Powered Mental Health Monitoring System is designed to assess individuals' mental health conditions through </a:t>
          </a:r>
          <a:r>
            <a:rPr lang="en-US" sz="1300" b="1" kern="1200" dirty="0">
              <a:effectLst/>
              <a:ea typeface="Times New Roman" panose="02020603050405020304" pitchFamily="18" charset="0"/>
            </a:rPr>
            <a:t>facial expressions, speech tone, and textual sentiment analysis.</a:t>
          </a:r>
          <a:r>
            <a:rPr lang="en-US" sz="1300" kern="1200" dirty="0">
              <a:effectLst/>
              <a:ea typeface="Times New Roman" panose="02020603050405020304" pitchFamily="18" charset="0"/>
            </a:rPr>
            <a:t> The system provides real-time feedback and assists users and therapists in identifying signs of depression, anxiety, and stress using AI-driven models.</a:t>
          </a:r>
          <a:endParaRPr lang="en-IN" sz="1300" kern="1200" dirty="0">
            <a:effectLst/>
            <a:ea typeface="Times New Roman" panose="02020603050405020304" pitchFamily="18" charset="0"/>
          </a:endParaRPr>
        </a:p>
      </dsp:txBody>
      <dsp:txXfrm>
        <a:off x="0" y="1073314"/>
        <a:ext cx="7543800" cy="1105650"/>
      </dsp:txXfrm>
    </dsp:sp>
    <dsp:sp modelId="{36E2BB9C-6020-4BB9-9137-89B79FB1BA8A}">
      <dsp:nvSpPr>
        <dsp:cNvPr id="0" name=""/>
        <dsp:cNvSpPr/>
      </dsp:nvSpPr>
      <dsp:spPr>
        <a:xfrm>
          <a:off x="377190" y="881434"/>
          <a:ext cx="5280660" cy="383760"/>
        </a:xfrm>
        <a:prstGeom prst="roundRect">
          <a:avLst/>
        </a:prstGeom>
        <a:gradFill rotWithShape="0">
          <a:gsLst>
            <a:gs pos="0">
              <a:schemeClr val="accent1">
                <a:shade val="50000"/>
                <a:hueOff val="520350"/>
                <a:satOff val="-30057"/>
                <a:lumOff val="33026"/>
                <a:alphaOff val="0"/>
                <a:shade val="51000"/>
                <a:satMod val="130000"/>
              </a:schemeClr>
            </a:gs>
            <a:gs pos="80000">
              <a:schemeClr val="accent1">
                <a:shade val="50000"/>
                <a:hueOff val="520350"/>
                <a:satOff val="-30057"/>
                <a:lumOff val="33026"/>
                <a:alphaOff val="0"/>
                <a:shade val="93000"/>
                <a:satMod val="130000"/>
              </a:schemeClr>
            </a:gs>
            <a:gs pos="100000">
              <a:schemeClr val="accent1">
                <a:shade val="50000"/>
                <a:hueOff val="520350"/>
                <a:satOff val="-30057"/>
                <a:lumOff val="33026"/>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99596" tIns="0" rIns="199596" bIns="0" numCol="1" spcCol="1270" anchor="ctr" anchorCtr="0">
          <a:noAutofit/>
        </a:bodyPr>
        <a:lstStyle/>
        <a:p>
          <a:pPr lvl="0" algn="l" defTabSz="577850">
            <a:lnSpc>
              <a:spcPct val="90000"/>
            </a:lnSpc>
            <a:spcBef>
              <a:spcPct val="0"/>
            </a:spcBef>
            <a:spcAft>
              <a:spcPct val="35000"/>
            </a:spcAft>
          </a:pPr>
          <a:r>
            <a:rPr lang="en-US" sz="1300" b="1" kern="1200" spc="-10" dirty="0">
              <a:effectLst/>
              <a:ea typeface="Calibri" panose="020F0502020204030204" pitchFamily="34" charset="0"/>
            </a:rPr>
            <a:t>Project</a:t>
          </a:r>
          <a:r>
            <a:rPr lang="en-US" sz="1300" b="1" kern="1200" spc="-25" dirty="0">
              <a:effectLst/>
              <a:ea typeface="Calibri" panose="020F0502020204030204" pitchFamily="34" charset="0"/>
            </a:rPr>
            <a:t> </a:t>
          </a:r>
          <a:r>
            <a:rPr lang="en-US" sz="1300" b="1" kern="1200" spc="-10" dirty="0">
              <a:effectLst/>
              <a:ea typeface="Calibri" panose="020F0502020204030204" pitchFamily="34" charset="0"/>
            </a:rPr>
            <a:t>Description:</a:t>
          </a:r>
          <a:endParaRPr lang="en-IN" sz="1300" kern="1200" dirty="0">
            <a:effectLst/>
            <a:ea typeface="Calibri" panose="020F0502020204030204" pitchFamily="34" charset="0"/>
          </a:endParaRPr>
        </a:p>
      </dsp:txBody>
      <dsp:txXfrm>
        <a:off x="395924" y="900168"/>
        <a:ext cx="5243192" cy="346292"/>
      </dsp:txXfrm>
    </dsp:sp>
    <dsp:sp modelId="{59403CE9-8D70-48E8-BD1A-53BD3F6364EE}">
      <dsp:nvSpPr>
        <dsp:cNvPr id="0" name=""/>
        <dsp:cNvSpPr/>
      </dsp:nvSpPr>
      <dsp:spPr>
        <a:xfrm>
          <a:off x="0" y="2441045"/>
          <a:ext cx="7543800" cy="1515150"/>
        </a:xfrm>
        <a:prstGeom prst="rect">
          <a:avLst/>
        </a:prstGeom>
        <a:solidFill>
          <a:schemeClr val="lt1">
            <a:alpha val="90000"/>
            <a:hueOff val="0"/>
            <a:satOff val="0"/>
            <a:lumOff val="0"/>
            <a:alphaOff val="0"/>
          </a:schemeClr>
        </a:solidFill>
        <a:ln w="9525" cap="flat" cmpd="sng" algn="ctr">
          <a:solidFill>
            <a:schemeClr val="accent1">
              <a:shade val="50000"/>
              <a:hueOff val="520350"/>
              <a:satOff val="-30057"/>
              <a:lumOff val="33026"/>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85483" tIns="270764" rIns="585483"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dirty="0">
              <a:effectLst/>
              <a:ea typeface="Calibri" panose="020F0502020204030204" pitchFamily="34" charset="0"/>
            </a:rPr>
            <a:t>Mental health is a crucial aspect of well-being, yet many individuals </a:t>
          </a:r>
          <a:r>
            <a:rPr lang="en-US" sz="1300" b="1" kern="1200" dirty="0">
              <a:effectLst/>
              <a:ea typeface="Times New Roman" panose="02020603050405020304" pitchFamily="18" charset="0"/>
            </a:rPr>
            <a:t>struggle to access timely diagnosis and support</a:t>
          </a:r>
          <a:r>
            <a:rPr lang="en-US" sz="1300" kern="1200" dirty="0">
              <a:effectLst/>
              <a:ea typeface="Calibri" panose="020F0502020204030204" pitchFamily="34" charset="0"/>
            </a:rPr>
            <a:t>. AI-driven mental health analysis offers an </a:t>
          </a:r>
          <a:r>
            <a:rPr lang="en-US" sz="1300" b="1" kern="1200" dirty="0">
              <a:effectLst/>
              <a:ea typeface="Times New Roman" panose="02020603050405020304" pitchFamily="18" charset="0"/>
            </a:rPr>
            <a:t>automated, objective, and accessible solution</a:t>
          </a:r>
          <a:r>
            <a:rPr lang="en-US" sz="1300" b="1" kern="1200" dirty="0">
              <a:effectLst/>
              <a:ea typeface="Calibri" panose="020F0502020204030204" pitchFamily="34" charset="0"/>
            </a:rPr>
            <a:t>.</a:t>
          </a:r>
          <a:endParaRPr lang="en-IN" sz="1300" kern="1200" dirty="0">
            <a:effectLst/>
            <a:ea typeface="Calibri" panose="020F0502020204030204" pitchFamily="34" charset="0"/>
          </a:endParaRPr>
        </a:p>
        <a:p>
          <a:pPr marL="114300" lvl="1" indent="-114300" algn="l" defTabSz="577850">
            <a:lnSpc>
              <a:spcPct val="90000"/>
            </a:lnSpc>
            <a:spcBef>
              <a:spcPct val="0"/>
            </a:spcBef>
            <a:spcAft>
              <a:spcPct val="15000"/>
            </a:spcAft>
            <a:buChar char="••"/>
          </a:pPr>
          <a:r>
            <a:rPr lang="en-US" sz="1300" kern="1200" dirty="0">
              <a:effectLst/>
              <a:ea typeface="Calibri" panose="020F0502020204030204" pitchFamily="34" charset="0"/>
            </a:rPr>
            <a:t>This project integrates </a:t>
          </a:r>
          <a:r>
            <a:rPr lang="en-US" sz="1300" b="1" kern="1200" dirty="0">
              <a:effectLst/>
              <a:ea typeface="Times New Roman" panose="02020603050405020304" pitchFamily="18" charset="0"/>
            </a:rPr>
            <a:t>computer vision, speech processing, and NLP models</a:t>
          </a:r>
          <a:r>
            <a:rPr lang="en-US" sz="1300" b="1" kern="1200" dirty="0">
              <a:effectLst/>
              <a:ea typeface="Calibri" panose="020F0502020204030204" pitchFamily="34" charset="0"/>
            </a:rPr>
            <a:t> </a:t>
          </a:r>
          <a:r>
            <a:rPr lang="en-US" sz="1300" kern="1200" dirty="0">
              <a:effectLst/>
              <a:ea typeface="Calibri" panose="020F0502020204030204" pitchFamily="34" charset="0"/>
            </a:rPr>
            <a:t>to create a multimodal system that can detect emotional distress and support early mental health intervention.</a:t>
          </a:r>
          <a:endParaRPr lang="en-IN" sz="1300" kern="1200" dirty="0">
            <a:effectLst/>
            <a:ea typeface="Calibri" panose="020F0502020204030204" pitchFamily="34" charset="0"/>
          </a:endParaRPr>
        </a:p>
      </dsp:txBody>
      <dsp:txXfrm>
        <a:off x="0" y="2441045"/>
        <a:ext cx="7543800" cy="1515150"/>
      </dsp:txXfrm>
    </dsp:sp>
    <dsp:sp modelId="{9A2EA481-B64D-4801-A6EC-E273040779D7}">
      <dsp:nvSpPr>
        <dsp:cNvPr id="0" name=""/>
        <dsp:cNvSpPr/>
      </dsp:nvSpPr>
      <dsp:spPr>
        <a:xfrm>
          <a:off x="377190" y="2249165"/>
          <a:ext cx="5280660" cy="383760"/>
        </a:xfrm>
        <a:prstGeom prst="roundRect">
          <a:avLst/>
        </a:prstGeom>
        <a:gradFill rotWithShape="0">
          <a:gsLst>
            <a:gs pos="0">
              <a:schemeClr val="accent1">
                <a:shade val="50000"/>
                <a:hueOff val="520350"/>
                <a:satOff val="-30057"/>
                <a:lumOff val="33026"/>
                <a:alphaOff val="0"/>
                <a:shade val="51000"/>
                <a:satMod val="130000"/>
              </a:schemeClr>
            </a:gs>
            <a:gs pos="80000">
              <a:schemeClr val="accent1">
                <a:shade val="50000"/>
                <a:hueOff val="520350"/>
                <a:satOff val="-30057"/>
                <a:lumOff val="33026"/>
                <a:alphaOff val="0"/>
                <a:shade val="93000"/>
                <a:satMod val="130000"/>
              </a:schemeClr>
            </a:gs>
            <a:gs pos="100000">
              <a:schemeClr val="accent1">
                <a:shade val="50000"/>
                <a:hueOff val="520350"/>
                <a:satOff val="-30057"/>
                <a:lumOff val="33026"/>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99596" tIns="0" rIns="199596" bIns="0" numCol="1" spcCol="1270" anchor="ctr" anchorCtr="0">
          <a:noAutofit/>
        </a:bodyPr>
        <a:lstStyle/>
        <a:p>
          <a:pPr lvl="0" algn="l" defTabSz="577850">
            <a:lnSpc>
              <a:spcPct val="90000"/>
            </a:lnSpc>
            <a:spcBef>
              <a:spcPct val="0"/>
            </a:spcBef>
            <a:spcAft>
              <a:spcPct val="35000"/>
            </a:spcAft>
          </a:pPr>
          <a:r>
            <a:rPr lang="en-US" sz="1300" b="1" kern="1200" spc="-10" dirty="0">
              <a:effectLst/>
              <a:ea typeface="Calibri" panose="020F0502020204030204" pitchFamily="34" charset="0"/>
            </a:rPr>
            <a:t>Problem</a:t>
          </a:r>
          <a:r>
            <a:rPr lang="en-US" sz="1300" b="1" kern="1200" spc="-20" dirty="0">
              <a:effectLst/>
              <a:ea typeface="Calibri" panose="020F0502020204030204" pitchFamily="34" charset="0"/>
            </a:rPr>
            <a:t> </a:t>
          </a:r>
          <a:r>
            <a:rPr lang="en-US" sz="1300" b="1" kern="1200" spc="-10" dirty="0">
              <a:effectLst/>
              <a:ea typeface="Calibri" panose="020F0502020204030204" pitchFamily="34" charset="0"/>
            </a:rPr>
            <a:t>Statements:</a:t>
          </a:r>
          <a:r>
            <a:rPr lang="en-US" sz="1300" b="1" kern="1200" dirty="0">
              <a:effectLst/>
              <a:ea typeface="Calibri" panose="020F0502020204030204" pitchFamily="34" charset="0"/>
            </a:rPr>
            <a:t> </a:t>
          </a:r>
          <a:endParaRPr lang="en-IN" sz="1300" b="1" kern="1200" dirty="0">
            <a:effectLst/>
            <a:ea typeface="Calibri" panose="020F0502020204030204" pitchFamily="34" charset="0"/>
          </a:endParaRPr>
        </a:p>
      </dsp:txBody>
      <dsp:txXfrm>
        <a:off x="395924" y="2267899"/>
        <a:ext cx="5243192" cy="34629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1DA291-C53F-4A3F-8C2C-231F2A3998A1}">
      <dsp:nvSpPr>
        <dsp:cNvPr id="0" name=""/>
        <dsp:cNvSpPr/>
      </dsp:nvSpPr>
      <dsp:spPr>
        <a:xfrm rot="16200000">
          <a:off x="-1117216" y="1119035"/>
          <a:ext cx="4022725" cy="1784653"/>
        </a:xfrm>
        <a:prstGeom prst="flowChartManualOperation">
          <a:avLst/>
        </a:prstGeom>
        <a:gradFill rotWithShape="0">
          <a:gsLst>
            <a:gs pos="0">
              <a:schemeClr val="accent1">
                <a:shade val="50000"/>
                <a:hueOff val="0"/>
                <a:satOff val="0"/>
                <a:lumOff val="0"/>
                <a:alphaOff val="0"/>
                <a:shade val="51000"/>
                <a:satMod val="130000"/>
              </a:schemeClr>
            </a:gs>
            <a:gs pos="80000">
              <a:schemeClr val="accent1">
                <a:shade val="50000"/>
                <a:hueOff val="0"/>
                <a:satOff val="0"/>
                <a:lumOff val="0"/>
                <a:alphaOff val="0"/>
                <a:shade val="93000"/>
                <a:satMod val="130000"/>
              </a:schemeClr>
            </a:gs>
            <a:gs pos="100000">
              <a:schemeClr val="accent1">
                <a:shade val="5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4300" tIns="0" rIns="114053" bIns="0" numCol="1" spcCol="1270" anchor="t" anchorCtr="0">
          <a:noAutofit/>
        </a:bodyPr>
        <a:lstStyle/>
        <a:p>
          <a:pPr lvl="0" algn="l" defTabSz="800100">
            <a:lnSpc>
              <a:spcPct val="90000"/>
            </a:lnSpc>
            <a:spcBef>
              <a:spcPct val="0"/>
            </a:spcBef>
            <a:spcAft>
              <a:spcPct val="35000"/>
            </a:spcAft>
          </a:pPr>
          <a:r>
            <a:rPr lang="en-US" sz="1800" kern="1200" dirty="0"/>
            <a:t>Chat Feature</a:t>
          </a:r>
        </a:p>
        <a:p>
          <a:pPr marL="114300" lvl="1" indent="-114300" algn="l" defTabSz="622300">
            <a:lnSpc>
              <a:spcPct val="90000"/>
            </a:lnSpc>
            <a:spcBef>
              <a:spcPct val="0"/>
            </a:spcBef>
            <a:spcAft>
              <a:spcPct val="15000"/>
            </a:spcAft>
            <a:buChar char="••"/>
          </a:pPr>
          <a:r>
            <a:rPr lang="en-US" sz="1400" kern="1200" dirty="0"/>
            <a:t>Sentiment Analysis</a:t>
          </a:r>
        </a:p>
        <a:p>
          <a:pPr marL="114300" lvl="1" indent="-114300" algn="l" defTabSz="622300">
            <a:lnSpc>
              <a:spcPct val="90000"/>
            </a:lnSpc>
            <a:spcBef>
              <a:spcPct val="0"/>
            </a:spcBef>
            <a:spcAft>
              <a:spcPct val="15000"/>
            </a:spcAft>
            <a:buChar char="••"/>
          </a:pPr>
          <a:r>
            <a:rPr lang="en-US" sz="1400" kern="1200" dirty="0"/>
            <a:t>Emotion Detection</a:t>
          </a:r>
        </a:p>
        <a:p>
          <a:pPr marL="114300" lvl="1" indent="-114300" algn="l" defTabSz="622300">
            <a:lnSpc>
              <a:spcPct val="90000"/>
            </a:lnSpc>
            <a:spcBef>
              <a:spcPct val="0"/>
            </a:spcBef>
            <a:spcAft>
              <a:spcPct val="15000"/>
            </a:spcAft>
            <a:buChar char="••"/>
          </a:pPr>
          <a:r>
            <a:rPr lang="en-US" sz="1400" kern="1200" dirty="0"/>
            <a:t>Real-time consultant availability </a:t>
          </a:r>
        </a:p>
      </dsp:txBody>
      <dsp:txXfrm rot="5400000">
        <a:off x="1820" y="804544"/>
        <a:ext cx="1784653" cy="2413635"/>
      </dsp:txXfrm>
    </dsp:sp>
    <dsp:sp modelId="{8D487648-4F7C-47C0-9AEC-86832A916375}">
      <dsp:nvSpPr>
        <dsp:cNvPr id="0" name=""/>
        <dsp:cNvSpPr/>
      </dsp:nvSpPr>
      <dsp:spPr>
        <a:xfrm rot="16200000">
          <a:off x="801286" y="1119035"/>
          <a:ext cx="4022725" cy="1784653"/>
        </a:xfrm>
        <a:prstGeom prst="flowChartManualOperation">
          <a:avLst/>
        </a:prstGeom>
        <a:gradFill rotWithShape="0">
          <a:gsLst>
            <a:gs pos="0">
              <a:schemeClr val="accent1">
                <a:shade val="50000"/>
                <a:hueOff val="390263"/>
                <a:satOff val="-22543"/>
                <a:lumOff val="24770"/>
                <a:alphaOff val="0"/>
                <a:shade val="51000"/>
                <a:satMod val="130000"/>
              </a:schemeClr>
            </a:gs>
            <a:gs pos="80000">
              <a:schemeClr val="accent1">
                <a:shade val="50000"/>
                <a:hueOff val="390263"/>
                <a:satOff val="-22543"/>
                <a:lumOff val="24770"/>
                <a:alphaOff val="0"/>
                <a:shade val="93000"/>
                <a:satMod val="130000"/>
              </a:schemeClr>
            </a:gs>
            <a:gs pos="100000">
              <a:schemeClr val="accent1">
                <a:shade val="50000"/>
                <a:hueOff val="390263"/>
                <a:satOff val="-22543"/>
                <a:lumOff val="2477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4300" tIns="0" rIns="114053" bIns="0" numCol="1" spcCol="1270" anchor="t" anchorCtr="0">
          <a:noAutofit/>
        </a:bodyPr>
        <a:lstStyle/>
        <a:p>
          <a:pPr lvl="0" algn="l" defTabSz="800100">
            <a:lnSpc>
              <a:spcPct val="90000"/>
            </a:lnSpc>
            <a:spcBef>
              <a:spcPct val="0"/>
            </a:spcBef>
            <a:spcAft>
              <a:spcPct val="35000"/>
            </a:spcAft>
          </a:pPr>
          <a:r>
            <a:rPr lang="en-US" sz="1800" kern="1200" dirty="0"/>
            <a:t>Medical Session Management</a:t>
          </a:r>
        </a:p>
        <a:p>
          <a:pPr marL="114300" lvl="1" indent="-114300" algn="l" defTabSz="622300">
            <a:lnSpc>
              <a:spcPct val="90000"/>
            </a:lnSpc>
            <a:spcBef>
              <a:spcPct val="0"/>
            </a:spcBef>
            <a:spcAft>
              <a:spcPct val="15000"/>
            </a:spcAft>
            <a:buChar char="••"/>
          </a:pPr>
          <a:r>
            <a:rPr lang="en-US" sz="1400" kern="1200" dirty="0"/>
            <a:t>Tracking and management of sessions</a:t>
          </a:r>
        </a:p>
        <a:p>
          <a:pPr marL="114300" lvl="1" indent="-114300" algn="l" defTabSz="622300">
            <a:lnSpc>
              <a:spcPct val="90000"/>
            </a:lnSpc>
            <a:spcBef>
              <a:spcPct val="0"/>
            </a:spcBef>
            <a:spcAft>
              <a:spcPct val="15000"/>
            </a:spcAft>
            <a:buChar char="••"/>
          </a:pPr>
          <a:r>
            <a:rPr lang="en-US" sz="1400" kern="1200" dirty="0"/>
            <a:t>History management</a:t>
          </a:r>
        </a:p>
        <a:p>
          <a:pPr marL="114300" lvl="1" indent="-114300" algn="l" defTabSz="622300">
            <a:lnSpc>
              <a:spcPct val="90000"/>
            </a:lnSpc>
            <a:spcBef>
              <a:spcPct val="0"/>
            </a:spcBef>
            <a:spcAft>
              <a:spcPct val="15000"/>
            </a:spcAft>
            <a:buChar char="••"/>
          </a:pPr>
          <a:r>
            <a:rPr lang="en-US" sz="1400" kern="1200" dirty="0"/>
            <a:t>Downloadable Session for User</a:t>
          </a:r>
        </a:p>
      </dsp:txBody>
      <dsp:txXfrm rot="5400000">
        <a:off x="1920322" y="804544"/>
        <a:ext cx="1784653" cy="2413635"/>
      </dsp:txXfrm>
    </dsp:sp>
    <dsp:sp modelId="{76E71152-2A7B-4BF8-9D07-C12991EED8A9}">
      <dsp:nvSpPr>
        <dsp:cNvPr id="0" name=""/>
        <dsp:cNvSpPr/>
      </dsp:nvSpPr>
      <dsp:spPr>
        <a:xfrm rot="16200000">
          <a:off x="2719788" y="1119035"/>
          <a:ext cx="4022725" cy="1784653"/>
        </a:xfrm>
        <a:prstGeom prst="flowChartManualOperation">
          <a:avLst/>
        </a:prstGeom>
        <a:gradFill rotWithShape="0">
          <a:gsLst>
            <a:gs pos="0">
              <a:schemeClr val="accent1">
                <a:shade val="50000"/>
                <a:hueOff val="780526"/>
                <a:satOff val="-45086"/>
                <a:lumOff val="49539"/>
                <a:alphaOff val="0"/>
                <a:shade val="51000"/>
                <a:satMod val="130000"/>
              </a:schemeClr>
            </a:gs>
            <a:gs pos="80000">
              <a:schemeClr val="accent1">
                <a:shade val="50000"/>
                <a:hueOff val="780526"/>
                <a:satOff val="-45086"/>
                <a:lumOff val="49539"/>
                <a:alphaOff val="0"/>
                <a:shade val="93000"/>
                <a:satMod val="130000"/>
              </a:schemeClr>
            </a:gs>
            <a:gs pos="100000">
              <a:schemeClr val="accent1">
                <a:shade val="50000"/>
                <a:hueOff val="780526"/>
                <a:satOff val="-45086"/>
                <a:lumOff val="49539"/>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4300" tIns="0" rIns="114053" bIns="0" numCol="1" spcCol="1270" anchor="t" anchorCtr="0">
          <a:noAutofit/>
        </a:bodyPr>
        <a:lstStyle/>
        <a:p>
          <a:pPr lvl="0" algn="l" defTabSz="800100">
            <a:lnSpc>
              <a:spcPct val="90000"/>
            </a:lnSpc>
            <a:spcBef>
              <a:spcPct val="0"/>
            </a:spcBef>
            <a:spcAft>
              <a:spcPct val="35000"/>
            </a:spcAft>
          </a:pPr>
          <a:r>
            <a:rPr lang="en-US" sz="1800" kern="1200" dirty="0"/>
            <a:t>Progress Report</a:t>
          </a:r>
        </a:p>
        <a:p>
          <a:pPr marL="114300" lvl="1" indent="-114300" algn="l" defTabSz="622300">
            <a:lnSpc>
              <a:spcPct val="90000"/>
            </a:lnSpc>
            <a:spcBef>
              <a:spcPct val="0"/>
            </a:spcBef>
            <a:spcAft>
              <a:spcPct val="15000"/>
            </a:spcAft>
            <a:buChar char="••"/>
          </a:pPr>
          <a:r>
            <a:rPr lang="en-US" sz="1400" kern="1200" dirty="0"/>
            <a:t>Mental health progress chart showcasing milestones</a:t>
          </a:r>
        </a:p>
        <a:p>
          <a:pPr marL="114300" lvl="1" indent="-114300" algn="l" defTabSz="622300">
            <a:lnSpc>
              <a:spcPct val="90000"/>
            </a:lnSpc>
            <a:spcBef>
              <a:spcPct val="0"/>
            </a:spcBef>
            <a:spcAft>
              <a:spcPct val="15000"/>
            </a:spcAft>
            <a:buChar char="••"/>
          </a:pPr>
          <a:r>
            <a:rPr lang="en-US" sz="1400" kern="1200" dirty="0"/>
            <a:t>Analytical Score</a:t>
          </a:r>
        </a:p>
        <a:p>
          <a:pPr marL="114300" lvl="1" indent="-114300" algn="l" defTabSz="622300">
            <a:lnSpc>
              <a:spcPct val="90000"/>
            </a:lnSpc>
            <a:spcBef>
              <a:spcPct val="0"/>
            </a:spcBef>
            <a:spcAft>
              <a:spcPct val="15000"/>
            </a:spcAft>
            <a:buChar char="••"/>
          </a:pPr>
          <a:r>
            <a:rPr lang="en-US" sz="1400" kern="1200" dirty="0"/>
            <a:t>Summary</a:t>
          </a:r>
        </a:p>
        <a:p>
          <a:pPr marL="114300" lvl="1" indent="-114300" algn="l" defTabSz="622300">
            <a:lnSpc>
              <a:spcPct val="90000"/>
            </a:lnSpc>
            <a:spcBef>
              <a:spcPct val="0"/>
            </a:spcBef>
            <a:spcAft>
              <a:spcPct val="15000"/>
            </a:spcAft>
            <a:buChar char="••"/>
          </a:pPr>
          <a:r>
            <a:rPr lang="en-US" sz="1400" kern="1200" dirty="0"/>
            <a:t>Score</a:t>
          </a:r>
        </a:p>
        <a:p>
          <a:pPr marL="114300" lvl="1" indent="-114300" algn="l" defTabSz="622300">
            <a:lnSpc>
              <a:spcPct val="90000"/>
            </a:lnSpc>
            <a:spcBef>
              <a:spcPct val="0"/>
            </a:spcBef>
            <a:spcAft>
              <a:spcPct val="15000"/>
            </a:spcAft>
            <a:buChar char="••"/>
          </a:pPr>
          <a:r>
            <a:rPr lang="en-US" sz="1400" kern="1200" dirty="0"/>
            <a:t>Insights</a:t>
          </a:r>
        </a:p>
      </dsp:txBody>
      <dsp:txXfrm rot="5400000">
        <a:off x="3838824" y="804544"/>
        <a:ext cx="1784653" cy="2413635"/>
      </dsp:txXfrm>
    </dsp:sp>
    <dsp:sp modelId="{E69E4503-5D1A-4610-81F2-1F5C59E5AEEF}">
      <dsp:nvSpPr>
        <dsp:cNvPr id="0" name=""/>
        <dsp:cNvSpPr/>
      </dsp:nvSpPr>
      <dsp:spPr>
        <a:xfrm rot="16200000">
          <a:off x="4638291" y="1119035"/>
          <a:ext cx="4022725" cy="1784653"/>
        </a:xfrm>
        <a:prstGeom prst="flowChartManualOperation">
          <a:avLst/>
        </a:prstGeom>
        <a:gradFill rotWithShape="0">
          <a:gsLst>
            <a:gs pos="0">
              <a:schemeClr val="accent1">
                <a:shade val="50000"/>
                <a:hueOff val="390263"/>
                <a:satOff val="-22543"/>
                <a:lumOff val="24770"/>
                <a:alphaOff val="0"/>
                <a:shade val="51000"/>
                <a:satMod val="130000"/>
              </a:schemeClr>
            </a:gs>
            <a:gs pos="80000">
              <a:schemeClr val="accent1">
                <a:shade val="50000"/>
                <a:hueOff val="390263"/>
                <a:satOff val="-22543"/>
                <a:lumOff val="24770"/>
                <a:alphaOff val="0"/>
                <a:shade val="93000"/>
                <a:satMod val="130000"/>
              </a:schemeClr>
            </a:gs>
            <a:gs pos="100000">
              <a:schemeClr val="accent1">
                <a:shade val="50000"/>
                <a:hueOff val="390263"/>
                <a:satOff val="-22543"/>
                <a:lumOff val="2477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4300" tIns="0" rIns="114053" bIns="0" numCol="1" spcCol="1270" anchor="t" anchorCtr="0">
          <a:noAutofit/>
        </a:bodyPr>
        <a:lstStyle/>
        <a:p>
          <a:pPr lvl="0" algn="l" defTabSz="800100">
            <a:lnSpc>
              <a:spcPct val="90000"/>
            </a:lnSpc>
            <a:spcBef>
              <a:spcPct val="0"/>
            </a:spcBef>
            <a:spcAft>
              <a:spcPct val="35000"/>
            </a:spcAft>
          </a:pPr>
          <a:r>
            <a:rPr lang="en-US" sz="1800" kern="1200" dirty="0"/>
            <a:t>Authentication and Security</a:t>
          </a:r>
        </a:p>
        <a:p>
          <a:pPr marL="114300" lvl="1" indent="-114300" algn="l" defTabSz="622300">
            <a:lnSpc>
              <a:spcPct val="90000"/>
            </a:lnSpc>
            <a:spcBef>
              <a:spcPct val="0"/>
            </a:spcBef>
            <a:spcAft>
              <a:spcPct val="15000"/>
            </a:spcAft>
            <a:buChar char="••"/>
          </a:pPr>
          <a:r>
            <a:rPr lang="en-US" sz="1400" kern="1200" dirty="0"/>
            <a:t>Mental health discussions are very personal to user. </a:t>
          </a:r>
        </a:p>
        <a:p>
          <a:pPr marL="114300" lvl="1" indent="-114300" algn="l" defTabSz="622300">
            <a:lnSpc>
              <a:spcPct val="90000"/>
            </a:lnSpc>
            <a:spcBef>
              <a:spcPct val="0"/>
            </a:spcBef>
            <a:spcAft>
              <a:spcPct val="15000"/>
            </a:spcAft>
            <a:buChar char="••"/>
          </a:pPr>
          <a:r>
            <a:rPr lang="en-US" sz="1400" kern="1200" dirty="0"/>
            <a:t>Session data must be accessible only to related user.</a:t>
          </a:r>
        </a:p>
        <a:p>
          <a:pPr marL="114300" lvl="1" indent="-114300" algn="l" defTabSz="622300">
            <a:lnSpc>
              <a:spcPct val="90000"/>
            </a:lnSpc>
            <a:spcBef>
              <a:spcPct val="0"/>
            </a:spcBef>
            <a:spcAft>
              <a:spcPct val="15000"/>
            </a:spcAft>
            <a:buChar char="••"/>
          </a:pPr>
          <a:r>
            <a:rPr lang="en-US" sz="1400" kern="1200" dirty="0"/>
            <a:t>Row-level security management</a:t>
          </a:r>
        </a:p>
      </dsp:txBody>
      <dsp:txXfrm rot="5400000">
        <a:off x="5757327" y="804544"/>
        <a:ext cx="1784653" cy="241363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4DD59B-4A4B-46FB-9A38-50CB552237CC}">
      <dsp:nvSpPr>
        <dsp:cNvPr id="0" name=""/>
        <dsp:cNvSpPr/>
      </dsp:nvSpPr>
      <dsp:spPr>
        <a:xfrm>
          <a:off x="809908" y="1439"/>
          <a:ext cx="1692566" cy="846283"/>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4765" tIns="16510" rIns="24765" bIns="16510" numCol="1" spcCol="1270" anchor="ctr" anchorCtr="0">
          <a:noAutofit/>
        </a:bodyPr>
        <a:lstStyle/>
        <a:p>
          <a:pPr lvl="0" algn="ctr" defTabSz="577850">
            <a:lnSpc>
              <a:spcPct val="90000"/>
            </a:lnSpc>
            <a:spcBef>
              <a:spcPct val="0"/>
            </a:spcBef>
            <a:spcAft>
              <a:spcPct val="35000"/>
            </a:spcAft>
          </a:pPr>
          <a:r>
            <a:rPr lang="en-IN" sz="1300" b="1" kern="1200" dirty="0"/>
            <a:t>Facial Expressions:</a:t>
          </a:r>
          <a:r>
            <a:rPr lang="en-IN" sz="1300" kern="1200" dirty="0"/>
            <a:t> FER2013 dataset </a:t>
          </a:r>
          <a:r>
            <a:rPr lang="en-IN" sz="1300" kern="1200" dirty="0" err="1"/>
            <a:t>Dizvik</a:t>
          </a:r>
          <a:r>
            <a:rPr lang="en-IN" sz="1300" kern="1200" dirty="0"/>
            <a:t> dataset. (Images)</a:t>
          </a:r>
          <a:endParaRPr lang="en-US" sz="1300" kern="1200" dirty="0"/>
        </a:p>
      </dsp:txBody>
      <dsp:txXfrm>
        <a:off x="834695" y="26226"/>
        <a:ext cx="1642992" cy="796709"/>
      </dsp:txXfrm>
    </dsp:sp>
    <dsp:sp modelId="{D157D44D-8366-4B31-8B07-8C49AD94DBEC}">
      <dsp:nvSpPr>
        <dsp:cNvPr id="0" name=""/>
        <dsp:cNvSpPr/>
      </dsp:nvSpPr>
      <dsp:spPr>
        <a:xfrm>
          <a:off x="979165" y="847723"/>
          <a:ext cx="169256" cy="634712"/>
        </a:xfrm>
        <a:custGeom>
          <a:avLst/>
          <a:gdLst/>
          <a:ahLst/>
          <a:cxnLst/>
          <a:rect l="0" t="0" r="0" b="0"/>
          <a:pathLst>
            <a:path>
              <a:moveTo>
                <a:pt x="0" y="0"/>
              </a:moveTo>
              <a:lnTo>
                <a:pt x="0" y="634712"/>
              </a:lnTo>
              <a:lnTo>
                <a:pt x="169256" y="634712"/>
              </a:lnTo>
            </a:path>
          </a:pathLst>
        </a:custGeom>
        <a:noFill/>
        <a:ln w="952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A94CFB5-06B2-4472-8DEE-CEB22425D63E}">
      <dsp:nvSpPr>
        <dsp:cNvPr id="0" name=""/>
        <dsp:cNvSpPr/>
      </dsp:nvSpPr>
      <dsp:spPr>
        <a:xfrm>
          <a:off x="1148421" y="1059293"/>
          <a:ext cx="1354053" cy="846283"/>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1910" tIns="27940" rIns="41910" bIns="27940" numCol="1" spcCol="1270" anchor="ctr" anchorCtr="0">
          <a:noAutofit/>
        </a:bodyPr>
        <a:lstStyle/>
        <a:p>
          <a:pPr lvl="0" algn="ctr" defTabSz="977900">
            <a:lnSpc>
              <a:spcPct val="90000"/>
            </a:lnSpc>
            <a:spcBef>
              <a:spcPct val="0"/>
            </a:spcBef>
            <a:spcAft>
              <a:spcPct val="35000"/>
            </a:spcAft>
          </a:pPr>
          <a:r>
            <a:rPr lang="en-IN" sz="2200" kern="1200" dirty="0"/>
            <a:t>Anger</a:t>
          </a:r>
        </a:p>
      </dsp:txBody>
      <dsp:txXfrm>
        <a:off x="1173208" y="1084080"/>
        <a:ext cx="1304479" cy="796709"/>
      </dsp:txXfrm>
    </dsp:sp>
    <dsp:sp modelId="{FC6A2167-71AF-4B99-9E5C-8C9CA7796A66}">
      <dsp:nvSpPr>
        <dsp:cNvPr id="0" name=""/>
        <dsp:cNvSpPr/>
      </dsp:nvSpPr>
      <dsp:spPr>
        <a:xfrm>
          <a:off x="979165" y="847723"/>
          <a:ext cx="169256" cy="1692566"/>
        </a:xfrm>
        <a:custGeom>
          <a:avLst/>
          <a:gdLst/>
          <a:ahLst/>
          <a:cxnLst/>
          <a:rect l="0" t="0" r="0" b="0"/>
          <a:pathLst>
            <a:path>
              <a:moveTo>
                <a:pt x="0" y="0"/>
              </a:moveTo>
              <a:lnTo>
                <a:pt x="0" y="1692566"/>
              </a:lnTo>
              <a:lnTo>
                <a:pt x="169256" y="1692566"/>
              </a:lnTo>
            </a:path>
          </a:pathLst>
        </a:custGeom>
        <a:noFill/>
        <a:ln w="952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879497B8-97D6-41C9-8F60-2CA7A2718BF3}">
      <dsp:nvSpPr>
        <dsp:cNvPr id="0" name=""/>
        <dsp:cNvSpPr/>
      </dsp:nvSpPr>
      <dsp:spPr>
        <a:xfrm>
          <a:off x="1148421" y="2117147"/>
          <a:ext cx="1354053" cy="846283"/>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1910" tIns="27940" rIns="41910" bIns="27940" numCol="1" spcCol="1270" anchor="ctr" anchorCtr="0">
          <a:noAutofit/>
        </a:bodyPr>
        <a:lstStyle/>
        <a:p>
          <a:pPr lvl="0" algn="ctr" defTabSz="977900">
            <a:lnSpc>
              <a:spcPct val="90000"/>
            </a:lnSpc>
            <a:spcBef>
              <a:spcPct val="0"/>
            </a:spcBef>
            <a:spcAft>
              <a:spcPct val="35000"/>
            </a:spcAft>
          </a:pPr>
          <a:r>
            <a:rPr lang="en-IN" sz="2200" kern="1200" dirty="0"/>
            <a:t>Happiness</a:t>
          </a:r>
        </a:p>
      </dsp:txBody>
      <dsp:txXfrm>
        <a:off x="1173208" y="2141934"/>
        <a:ext cx="1304479" cy="796709"/>
      </dsp:txXfrm>
    </dsp:sp>
    <dsp:sp modelId="{4CFA9547-0F3F-42AA-84DE-2D40DCE5C484}">
      <dsp:nvSpPr>
        <dsp:cNvPr id="0" name=""/>
        <dsp:cNvSpPr/>
      </dsp:nvSpPr>
      <dsp:spPr>
        <a:xfrm>
          <a:off x="979165" y="847723"/>
          <a:ext cx="169256" cy="2750420"/>
        </a:xfrm>
        <a:custGeom>
          <a:avLst/>
          <a:gdLst/>
          <a:ahLst/>
          <a:cxnLst/>
          <a:rect l="0" t="0" r="0" b="0"/>
          <a:pathLst>
            <a:path>
              <a:moveTo>
                <a:pt x="0" y="0"/>
              </a:moveTo>
              <a:lnTo>
                <a:pt x="0" y="2750420"/>
              </a:lnTo>
              <a:lnTo>
                <a:pt x="169256" y="2750420"/>
              </a:lnTo>
            </a:path>
          </a:pathLst>
        </a:custGeom>
        <a:noFill/>
        <a:ln w="952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48F86657-E6E8-4F5B-A898-B3C61591CC97}">
      <dsp:nvSpPr>
        <dsp:cNvPr id="0" name=""/>
        <dsp:cNvSpPr/>
      </dsp:nvSpPr>
      <dsp:spPr>
        <a:xfrm>
          <a:off x="1148421" y="3175001"/>
          <a:ext cx="1354053" cy="846283"/>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1910" tIns="27940" rIns="41910" bIns="27940" numCol="1" spcCol="1270" anchor="ctr" anchorCtr="0">
          <a:noAutofit/>
        </a:bodyPr>
        <a:lstStyle/>
        <a:p>
          <a:pPr lvl="0" algn="ctr" defTabSz="977900">
            <a:lnSpc>
              <a:spcPct val="90000"/>
            </a:lnSpc>
            <a:spcBef>
              <a:spcPct val="0"/>
            </a:spcBef>
            <a:spcAft>
              <a:spcPct val="35000"/>
            </a:spcAft>
          </a:pPr>
          <a:r>
            <a:rPr lang="en-IN" sz="2200" kern="1200" dirty="0"/>
            <a:t>Sadness.</a:t>
          </a:r>
        </a:p>
      </dsp:txBody>
      <dsp:txXfrm>
        <a:off x="1173208" y="3199788"/>
        <a:ext cx="1304479" cy="796709"/>
      </dsp:txXfrm>
    </dsp:sp>
    <dsp:sp modelId="{2F35791B-B80B-485C-B1CC-933C16033715}">
      <dsp:nvSpPr>
        <dsp:cNvPr id="0" name=""/>
        <dsp:cNvSpPr/>
      </dsp:nvSpPr>
      <dsp:spPr>
        <a:xfrm>
          <a:off x="2925616" y="1439"/>
          <a:ext cx="1692566" cy="846283"/>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4765" tIns="16510" rIns="24765" bIns="16510" numCol="1" spcCol="1270" anchor="ctr" anchorCtr="0">
          <a:noAutofit/>
        </a:bodyPr>
        <a:lstStyle/>
        <a:p>
          <a:pPr lvl="0" algn="ctr" defTabSz="577850">
            <a:lnSpc>
              <a:spcPct val="90000"/>
            </a:lnSpc>
            <a:spcBef>
              <a:spcPct val="0"/>
            </a:spcBef>
            <a:spcAft>
              <a:spcPct val="35000"/>
            </a:spcAft>
          </a:pPr>
          <a:r>
            <a:rPr lang="en-IN" sz="1300" b="1" kern="1200" dirty="0"/>
            <a:t>Voice Tone:</a:t>
          </a:r>
          <a:r>
            <a:rPr lang="en-IN" sz="1300" kern="1200" dirty="0"/>
            <a:t> RAVDESS dataset. (Audio)</a:t>
          </a:r>
        </a:p>
      </dsp:txBody>
      <dsp:txXfrm>
        <a:off x="2950403" y="26226"/>
        <a:ext cx="1642992" cy="796709"/>
      </dsp:txXfrm>
    </dsp:sp>
    <dsp:sp modelId="{24BFC5FC-32D6-4E86-A010-6DF0A834FE2D}">
      <dsp:nvSpPr>
        <dsp:cNvPr id="0" name=""/>
        <dsp:cNvSpPr/>
      </dsp:nvSpPr>
      <dsp:spPr>
        <a:xfrm>
          <a:off x="3094873" y="847723"/>
          <a:ext cx="169256" cy="634712"/>
        </a:xfrm>
        <a:custGeom>
          <a:avLst/>
          <a:gdLst/>
          <a:ahLst/>
          <a:cxnLst/>
          <a:rect l="0" t="0" r="0" b="0"/>
          <a:pathLst>
            <a:path>
              <a:moveTo>
                <a:pt x="0" y="0"/>
              </a:moveTo>
              <a:lnTo>
                <a:pt x="0" y="634712"/>
              </a:lnTo>
              <a:lnTo>
                <a:pt x="169256" y="634712"/>
              </a:lnTo>
            </a:path>
          </a:pathLst>
        </a:custGeom>
        <a:noFill/>
        <a:ln w="952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A317A4F-F35F-4AA5-9BA8-A152D8A04CB8}">
      <dsp:nvSpPr>
        <dsp:cNvPr id="0" name=""/>
        <dsp:cNvSpPr/>
      </dsp:nvSpPr>
      <dsp:spPr>
        <a:xfrm>
          <a:off x="3264130" y="1059293"/>
          <a:ext cx="1354053" cy="846283"/>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1910" tIns="27940" rIns="41910" bIns="27940" numCol="1" spcCol="1270" anchor="ctr" anchorCtr="0">
          <a:noAutofit/>
        </a:bodyPr>
        <a:lstStyle/>
        <a:p>
          <a:pPr lvl="0" algn="ctr" defTabSz="977900">
            <a:lnSpc>
              <a:spcPct val="90000"/>
            </a:lnSpc>
            <a:spcBef>
              <a:spcPct val="0"/>
            </a:spcBef>
            <a:spcAft>
              <a:spcPct val="35000"/>
            </a:spcAft>
          </a:pPr>
          <a:r>
            <a:rPr lang="en-IN" sz="2200" kern="1200" dirty="0"/>
            <a:t>Calm</a:t>
          </a:r>
        </a:p>
      </dsp:txBody>
      <dsp:txXfrm>
        <a:off x="3288917" y="1084080"/>
        <a:ext cx="1304479" cy="796709"/>
      </dsp:txXfrm>
    </dsp:sp>
    <dsp:sp modelId="{47A8D99D-037F-427A-96FD-575FD3589D86}">
      <dsp:nvSpPr>
        <dsp:cNvPr id="0" name=""/>
        <dsp:cNvSpPr/>
      </dsp:nvSpPr>
      <dsp:spPr>
        <a:xfrm>
          <a:off x="3094873" y="847723"/>
          <a:ext cx="169256" cy="1692566"/>
        </a:xfrm>
        <a:custGeom>
          <a:avLst/>
          <a:gdLst/>
          <a:ahLst/>
          <a:cxnLst/>
          <a:rect l="0" t="0" r="0" b="0"/>
          <a:pathLst>
            <a:path>
              <a:moveTo>
                <a:pt x="0" y="0"/>
              </a:moveTo>
              <a:lnTo>
                <a:pt x="0" y="1692566"/>
              </a:lnTo>
              <a:lnTo>
                <a:pt x="169256" y="1692566"/>
              </a:lnTo>
            </a:path>
          </a:pathLst>
        </a:custGeom>
        <a:noFill/>
        <a:ln w="952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1C103AE5-F0A6-409E-87A6-887AE42CAEFE}">
      <dsp:nvSpPr>
        <dsp:cNvPr id="0" name=""/>
        <dsp:cNvSpPr/>
      </dsp:nvSpPr>
      <dsp:spPr>
        <a:xfrm>
          <a:off x="3264130" y="2117147"/>
          <a:ext cx="1354053" cy="846283"/>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1910" tIns="27940" rIns="41910" bIns="27940" numCol="1" spcCol="1270" anchor="ctr" anchorCtr="0">
          <a:noAutofit/>
        </a:bodyPr>
        <a:lstStyle/>
        <a:p>
          <a:pPr lvl="0" algn="ctr" defTabSz="977900">
            <a:lnSpc>
              <a:spcPct val="90000"/>
            </a:lnSpc>
            <a:spcBef>
              <a:spcPct val="0"/>
            </a:spcBef>
            <a:spcAft>
              <a:spcPct val="35000"/>
            </a:spcAft>
          </a:pPr>
          <a:r>
            <a:rPr lang="en-IN" sz="2200" kern="1200" dirty="0"/>
            <a:t>Happy,</a:t>
          </a:r>
        </a:p>
      </dsp:txBody>
      <dsp:txXfrm>
        <a:off x="3288917" y="2141934"/>
        <a:ext cx="1304479" cy="796709"/>
      </dsp:txXfrm>
    </dsp:sp>
    <dsp:sp modelId="{B321AB37-C38E-455C-8D19-6A4BB5515358}">
      <dsp:nvSpPr>
        <dsp:cNvPr id="0" name=""/>
        <dsp:cNvSpPr/>
      </dsp:nvSpPr>
      <dsp:spPr>
        <a:xfrm>
          <a:off x="3094873" y="847723"/>
          <a:ext cx="169256" cy="2750420"/>
        </a:xfrm>
        <a:custGeom>
          <a:avLst/>
          <a:gdLst/>
          <a:ahLst/>
          <a:cxnLst/>
          <a:rect l="0" t="0" r="0" b="0"/>
          <a:pathLst>
            <a:path>
              <a:moveTo>
                <a:pt x="0" y="0"/>
              </a:moveTo>
              <a:lnTo>
                <a:pt x="0" y="2750420"/>
              </a:lnTo>
              <a:lnTo>
                <a:pt x="169256" y="2750420"/>
              </a:lnTo>
            </a:path>
          </a:pathLst>
        </a:custGeom>
        <a:noFill/>
        <a:ln w="952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2D0D1532-9D82-41CE-9A15-0EF7E1FE26F8}">
      <dsp:nvSpPr>
        <dsp:cNvPr id="0" name=""/>
        <dsp:cNvSpPr/>
      </dsp:nvSpPr>
      <dsp:spPr>
        <a:xfrm>
          <a:off x="3264130" y="3175001"/>
          <a:ext cx="1354053" cy="846283"/>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1910" tIns="27940" rIns="41910" bIns="27940" numCol="1" spcCol="1270" anchor="ctr" anchorCtr="0">
          <a:noAutofit/>
        </a:bodyPr>
        <a:lstStyle/>
        <a:p>
          <a:pPr lvl="0" algn="ctr" defTabSz="977900">
            <a:lnSpc>
              <a:spcPct val="90000"/>
            </a:lnSpc>
            <a:spcBef>
              <a:spcPct val="0"/>
            </a:spcBef>
            <a:spcAft>
              <a:spcPct val="35000"/>
            </a:spcAft>
          </a:pPr>
          <a:r>
            <a:rPr lang="en-IN" sz="2200" kern="1200" dirty="0"/>
            <a:t>Angry.</a:t>
          </a:r>
        </a:p>
      </dsp:txBody>
      <dsp:txXfrm>
        <a:off x="3288917" y="3199788"/>
        <a:ext cx="1304479" cy="796709"/>
      </dsp:txXfrm>
    </dsp:sp>
    <dsp:sp modelId="{1F3558A1-DD7A-4997-9632-AFB18036E6AC}">
      <dsp:nvSpPr>
        <dsp:cNvPr id="0" name=""/>
        <dsp:cNvSpPr/>
      </dsp:nvSpPr>
      <dsp:spPr>
        <a:xfrm>
          <a:off x="5041324" y="1439"/>
          <a:ext cx="1692566" cy="846283"/>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4765" tIns="16510" rIns="24765" bIns="16510" numCol="1" spcCol="1270" anchor="ctr" anchorCtr="0">
          <a:noAutofit/>
        </a:bodyPr>
        <a:lstStyle/>
        <a:p>
          <a:pPr lvl="0" algn="ctr" defTabSz="577850">
            <a:lnSpc>
              <a:spcPct val="90000"/>
            </a:lnSpc>
            <a:spcBef>
              <a:spcPct val="0"/>
            </a:spcBef>
            <a:spcAft>
              <a:spcPct val="35000"/>
            </a:spcAft>
          </a:pPr>
          <a:r>
            <a:rPr lang="en-IN" sz="1300" b="1" kern="1200" dirty="0"/>
            <a:t>Text Messages:</a:t>
          </a:r>
          <a:r>
            <a:rPr lang="en-IN" sz="1300" kern="1200" dirty="0"/>
            <a:t> Sentiment140 dataset (Tweets)</a:t>
          </a:r>
        </a:p>
      </dsp:txBody>
      <dsp:txXfrm>
        <a:off x="5066111" y="26226"/>
        <a:ext cx="1642992" cy="796709"/>
      </dsp:txXfrm>
    </dsp:sp>
    <dsp:sp modelId="{D1F39C8F-A360-48D0-B663-B6E0CA422201}">
      <dsp:nvSpPr>
        <dsp:cNvPr id="0" name=""/>
        <dsp:cNvSpPr/>
      </dsp:nvSpPr>
      <dsp:spPr>
        <a:xfrm>
          <a:off x="5210581" y="847723"/>
          <a:ext cx="169256" cy="634712"/>
        </a:xfrm>
        <a:custGeom>
          <a:avLst/>
          <a:gdLst/>
          <a:ahLst/>
          <a:cxnLst/>
          <a:rect l="0" t="0" r="0" b="0"/>
          <a:pathLst>
            <a:path>
              <a:moveTo>
                <a:pt x="0" y="0"/>
              </a:moveTo>
              <a:lnTo>
                <a:pt x="0" y="634712"/>
              </a:lnTo>
              <a:lnTo>
                <a:pt x="169256" y="634712"/>
              </a:lnTo>
            </a:path>
          </a:pathLst>
        </a:custGeom>
        <a:noFill/>
        <a:ln w="952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BFDD08E-696C-4AD6-9700-E358D2E03AA3}">
      <dsp:nvSpPr>
        <dsp:cNvPr id="0" name=""/>
        <dsp:cNvSpPr/>
      </dsp:nvSpPr>
      <dsp:spPr>
        <a:xfrm>
          <a:off x="5379838" y="1059293"/>
          <a:ext cx="1354053" cy="846283"/>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1910" tIns="27940" rIns="41910" bIns="27940" numCol="1" spcCol="1270" anchor="ctr" anchorCtr="0">
          <a:noAutofit/>
        </a:bodyPr>
        <a:lstStyle/>
        <a:p>
          <a:pPr lvl="0" algn="ctr" defTabSz="977900">
            <a:lnSpc>
              <a:spcPct val="90000"/>
            </a:lnSpc>
            <a:spcBef>
              <a:spcPct val="0"/>
            </a:spcBef>
            <a:spcAft>
              <a:spcPct val="35000"/>
            </a:spcAft>
          </a:pPr>
          <a:r>
            <a:rPr lang="en-IN" sz="2200" kern="1200" dirty="0"/>
            <a:t>Positive</a:t>
          </a:r>
        </a:p>
      </dsp:txBody>
      <dsp:txXfrm>
        <a:off x="5404625" y="1084080"/>
        <a:ext cx="1304479" cy="796709"/>
      </dsp:txXfrm>
    </dsp:sp>
    <dsp:sp modelId="{C75473D6-2D13-4EA3-9690-BF2FE1C8666C}">
      <dsp:nvSpPr>
        <dsp:cNvPr id="0" name=""/>
        <dsp:cNvSpPr/>
      </dsp:nvSpPr>
      <dsp:spPr>
        <a:xfrm>
          <a:off x="5210581" y="847723"/>
          <a:ext cx="169256" cy="1692566"/>
        </a:xfrm>
        <a:custGeom>
          <a:avLst/>
          <a:gdLst/>
          <a:ahLst/>
          <a:cxnLst/>
          <a:rect l="0" t="0" r="0" b="0"/>
          <a:pathLst>
            <a:path>
              <a:moveTo>
                <a:pt x="0" y="0"/>
              </a:moveTo>
              <a:lnTo>
                <a:pt x="0" y="1692566"/>
              </a:lnTo>
              <a:lnTo>
                <a:pt x="169256" y="1692566"/>
              </a:lnTo>
            </a:path>
          </a:pathLst>
        </a:custGeom>
        <a:noFill/>
        <a:ln w="952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2CE9AA2B-C105-4EF0-B434-FAAFB93427A6}">
      <dsp:nvSpPr>
        <dsp:cNvPr id="0" name=""/>
        <dsp:cNvSpPr/>
      </dsp:nvSpPr>
      <dsp:spPr>
        <a:xfrm>
          <a:off x="5379838" y="2117147"/>
          <a:ext cx="1354053" cy="846283"/>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1910" tIns="27940" rIns="41910" bIns="27940" numCol="1" spcCol="1270" anchor="ctr" anchorCtr="0">
          <a:noAutofit/>
        </a:bodyPr>
        <a:lstStyle/>
        <a:p>
          <a:pPr lvl="0" algn="ctr" defTabSz="977900">
            <a:lnSpc>
              <a:spcPct val="90000"/>
            </a:lnSpc>
            <a:spcBef>
              <a:spcPct val="0"/>
            </a:spcBef>
            <a:spcAft>
              <a:spcPct val="35000"/>
            </a:spcAft>
          </a:pPr>
          <a:r>
            <a:rPr lang="en-IN" sz="2200" kern="1200" dirty="0"/>
            <a:t>Neutral</a:t>
          </a:r>
        </a:p>
      </dsp:txBody>
      <dsp:txXfrm>
        <a:off x="5404625" y="2141934"/>
        <a:ext cx="1304479" cy="796709"/>
      </dsp:txXfrm>
    </dsp:sp>
    <dsp:sp modelId="{F7D043DA-27E9-4AD1-87BF-D83BA7A25592}">
      <dsp:nvSpPr>
        <dsp:cNvPr id="0" name=""/>
        <dsp:cNvSpPr/>
      </dsp:nvSpPr>
      <dsp:spPr>
        <a:xfrm>
          <a:off x="5210581" y="847723"/>
          <a:ext cx="169256" cy="2750420"/>
        </a:xfrm>
        <a:custGeom>
          <a:avLst/>
          <a:gdLst/>
          <a:ahLst/>
          <a:cxnLst/>
          <a:rect l="0" t="0" r="0" b="0"/>
          <a:pathLst>
            <a:path>
              <a:moveTo>
                <a:pt x="0" y="0"/>
              </a:moveTo>
              <a:lnTo>
                <a:pt x="0" y="2750420"/>
              </a:lnTo>
              <a:lnTo>
                <a:pt x="169256" y="2750420"/>
              </a:lnTo>
            </a:path>
          </a:pathLst>
        </a:custGeom>
        <a:noFill/>
        <a:ln w="952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BC0C1334-6DF4-4DCF-AA9A-020E79BD2913}">
      <dsp:nvSpPr>
        <dsp:cNvPr id="0" name=""/>
        <dsp:cNvSpPr/>
      </dsp:nvSpPr>
      <dsp:spPr>
        <a:xfrm>
          <a:off x="5379838" y="3175001"/>
          <a:ext cx="1354053" cy="846283"/>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1910" tIns="27940" rIns="41910" bIns="27940" numCol="1" spcCol="1270" anchor="ctr" anchorCtr="0">
          <a:noAutofit/>
        </a:bodyPr>
        <a:lstStyle/>
        <a:p>
          <a:pPr lvl="0" algn="ctr" defTabSz="977900">
            <a:lnSpc>
              <a:spcPct val="90000"/>
            </a:lnSpc>
            <a:spcBef>
              <a:spcPct val="0"/>
            </a:spcBef>
            <a:spcAft>
              <a:spcPct val="35000"/>
            </a:spcAft>
          </a:pPr>
          <a:r>
            <a:rPr lang="en-IN" sz="2200" kern="1200" dirty="0"/>
            <a:t>Negative</a:t>
          </a:r>
        </a:p>
      </dsp:txBody>
      <dsp:txXfrm>
        <a:off x="5404625" y="3199788"/>
        <a:ext cx="1304479" cy="79670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76054B-7947-4B90-B2A0-1671501F97BA}">
      <dsp:nvSpPr>
        <dsp:cNvPr id="0" name=""/>
        <dsp:cNvSpPr/>
      </dsp:nvSpPr>
      <dsp:spPr>
        <a:xfrm>
          <a:off x="0" y="479028"/>
          <a:ext cx="2357437" cy="1414462"/>
        </a:xfrm>
        <a:prstGeom prst="rect">
          <a:avLst/>
        </a:prstGeom>
        <a:gradFill rotWithShape="0">
          <a:gsLst>
            <a:gs pos="0">
              <a:schemeClr val="accent1">
                <a:shade val="80000"/>
                <a:hueOff val="0"/>
                <a:satOff val="0"/>
                <a:lumOff val="0"/>
                <a:alphaOff val="0"/>
                <a:shade val="51000"/>
                <a:satMod val="130000"/>
              </a:schemeClr>
            </a:gs>
            <a:gs pos="80000">
              <a:schemeClr val="accent1">
                <a:shade val="80000"/>
                <a:hueOff val="0"/>
                <a:satOff val="0"/>
                <a:lumOff val="0"/>
                <a:alphaOff val="0"/>
                <a:shade val="93000"/>
                <a:satMod val="130000"/>
              </a:schemeClr>
            </a:gs>
            <a:gs pos="100000">
              <a:schemeClr val="accent1">
                <a:shade val="8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n-US" sz="2100" kern="1200" dirty="0"/>
            <a:t>Frontend developed using </a:t>
          </a:r>
          <a:r>
            <a:rPr lang="en-US" sz="2100" kern="1200" dirty="0" err="1"/>
            <a:t>Streamlit</a:t>
          </a:r>
          <a:endParaRPr lang="en-US" sz="2100" kern="1200" dirty="0"/>
        </a:p>
      </dsp:txBody>
      <dsp:txXfrm>
        <a:off x="0" y="479028"/>
        <a:ext cx="2357437" cy="1414462"/>
      </dsp:txXfrm>
    </dsp:sp>
    <dsp:sp modelId="{4B40767D-F828-4889-9180-89BCBDC5F00C}">
      <dsp:nvSpPr>
        <dsp:cNvPr id="0" name=""/>
        <dsp:cNvSpPr/>
      </dsp:nvSpPr>
      <dsp:spPr>
        <a:xfrm>
          <a:off x="2593181" y="479028"/>
          <a:ext cx="2357437" cy="1414462"/>
        </a:xfrm>
        <a:prstGeom prst="rect">
          <a:avLst/>
        </a:prstGeom>
        <a:gradFill rotWithShape="0">
          <a:gsLst>
            <a:gs pos="0">
              <a:schemeClr val="accent1">
                <a:shade val="80000"/>
                <a:hueOff val="177389"/>
                <a:satOff val="-9961"/>
                <a:lumOff val="8590"/>
                <a:alphaOff val="0"/>
                <a:shade val="51000"/>
                <a:satMod val="130000"/>
              </a:schemeClr>
            </a:gs>
            <a:gs pos="80000">
              <a:schemeClr val="accent1">
                <a:shade val="80000"/>
                <a:hueOff val="177389"/>
                <a:satOff val="-9961"/>
                <a:lumOff val="8590"/>
                <a:alphaOff val="0"/>
                <a:shade val="93000"/>
                <a:satMod val="130000"/>
              </a:schemeClr>
            </a:gs>
            <a:gs pos="100000">
              <a:schemeClr val="accent1">
                <a:shade val="80000"/>
                <a:hueOff val="177389"/>
                <a:satOff val="-9961"/>
                <a:lumOff val="859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n-US" sz="2100" kern="1200" dirty="0"/>
            <a:t>Backend API built using </a:t>
          </a:r>
          <a:r>
            <a:rPr lang="en-US" sz="2100" kern="1200" dirty="0" err="1"/>
            <a:t>FastAPI</a:t>
          </a:r>
          <a:endParaRPr lang="en-US" sz="2100" kern="1200" dirty="0"/>
        </a:p>
      </dsp:txBody>
      <dsp:txXfrm>
        <a:off x="2593181" y="479028"/>
        <a:ext cx="2357437" cy="1414462"/>
      </dsp:txXfrm>
    </dsp:sp>
    <dsp:sp modelId="{774C17E8-76EA-46AB-89ED-F8D61569EFA7}">
      <dsp:nvSpPr>
        <dsp:cNvPr id="0" name=""/>
        <dsp:cNvSpPr/>
      </dsp:nvSpPr>
      <dsp:spPr>
        <a:xfrm>
          <a:off x="5186362" y="479028"/>
          <a:ext cx="2357437" cy="1414462"/>
        </a:xfrm>
        <a:prstGeom prst="rect">
          <a:avLst/>
        </a:prstGeom>
        <a:gradFill rotWithShape="0">
          <a:gsLst>
            <a:gs pos="0">
              <a:schemeClr val="accent1">
                <a:shade val="80000"/>
                <a:hueOff val="354778"/>
                <a:satOff val="-19922"/>
                <a:lumOff val="17181"/>
                <a:alphaOff val="0"/>
                <a:shade val="51000"/>
                <a:satMod val="130000"/>
              </a:schemeClr>
            </a:gs>
            <a:gs pos="80000">
              <a:schemeClr val="accent1">
                <a:shade val="80000"/>
                <a:hueOff val="354778"/>
                <a:satOff val="-19922"/>
                <a:lumOff val="17181"/>
                <a:alphaOff val="0"/>
                <a:shade val="93000"/>
                <a:satMod val="130000"/>
              </a:schemeClr>
            </a:gs>
            <a:gs pos="100000">
              <a:schemeClr val="accent1">
                <a:shade val="80000"/>
                <a:hueOff val="354778"/>
                <a:satOff val="-19922"/>
                <a:lumOff val="17181"/>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n-US" sz="2100" kern="1200" dirty="0"/>
            <a:t>User authentication &amp; database managed via </a:t>
          </a:r>
          <a:r>
            <a:rPr lang="en-US" sz="2100" kern="1200" dirty="0" err="1"/>
            <a:t>Supabase</a:t>
          </a:r>
          <a:endParaRPr lang="en-US" sz="2100" kern="1200" dirty="0"/>
        </a:p>
      </dsp:txBody>
      <dsp:txXfrm>
        <a:off x="5186362" y="479028"/>
        <a:ext cx="2357437" cy="1414462"/>
      </dsp:txXfrm>
    </dsp:sp>
    <dsp:sp modelId="{DDD15A12-2A38-426C-8BCC-BA4865FD13D2}">
      <dsp:nvSpPr>
        <dsp:cNvPr id="0" name=""/>
        <dsp:cNvSpPr/>
      </dsp:nvSpPr>
      <dsp:spPr>
        <a:xfrm>
          <a:off x="1296590" y="2129234"/>
          <a:ext cx="2357437" cy="1414462"/>
        </a:xfrm>
        <a:prstGeom prst="rect">
          <a:avLst/>
        </a:prstGeom>
        <a:gradFill rotWithShape="0">
          <a:gsLst>
            <a:gs pos="0">
              <a:schemeClr val="accent1">
                <a:shade val="80000"/>
                <a:hueOff val="532167"/>
                <a:satOff val="-29883"/>
                <a:lumOff val="25771"/>
                <a:alphaOff val="0"/>
                <a:shade val="51000"/>
                <a:satMod val="130000"/>
              </a:schemeClr>
            </a:gs>
            <a:gs pos="80000">
              <a:schemeClr val="accent1">
                <a:shade val="80000"/>
                <a:hueOff val="532167"/>
                <a:satOff val="-29883"/>
                <a:lumOff val="25771"/>
                <a:alphaOff val="0"/>
                <a:shade val="93000"/>
                <a:satMod val="130000"/>
              </a:schemeClr>
            </a:gs>
            <a:gs pos="100000">
              <a:schemeClr val="accent1">
                <a:shade val="80000"/>
                <a:hueOff val="532167"/>
                <a:satOff val="-29883"/>
                <a:lumOff val="25771"/>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n-US" sz="2100" kern="1200" dirty="0"/>
            <a:t>AI-powered </a:t>
          </a:r>
          <a:r>
            <a:rPr lang="en-US" sz="2100" kern="1200" dirty="0" err="1"/>
            <a:t>chatbot</a:t>
          </a:r>
          <a:r>
            <a:rPr lang="en-US" sz="2100" kern="1200" dirty="0"/>
            <a:t> using Gemini API for responses</a:t>
          </a:r>
        </a:p>
      </dsp:txBody>
      <dsp:txXfrm>
        <a:off x="1296590" y="2129234"/>
        <a:ext cx="2357437" cy="1414462"/>
      </dsp:txXfrm>
    </dsp:sp>
    <dsp:sp modelId="{9AA4F96F-9ADB-4060-A2A3-65956B0E945B}">
      <dsp:nvSpPr>
        <dsp:cNvPr id="0" name=""/>
        <dsp:cNvSpPr/>
      </dsp:nvSpPr>
      <dsp:spPr>
        <a:xfrm>
          <a:off x="3889771" y="2129234"/>
          <a:ext cx="2357437" cy="1414462"/>
        </a:xfrm>
        <a:prstGeom prst="rect">
          <a:avLst/>
        </a:prstGeom>
        <a:gradFill rotWithShape="0">
          <a:gsLst>
            <a:gs pos="0">
              <a:schemeClr val="accent1">
                <a:shade val="80000"/>
                <a:hueOff val="709557"/>
                <a:satOff val="-39844"/>
                <a:lumOff val="34361"/>
                <a:alphaOff val="0"/>
                <a:shade val="51000"/>
                <a:satMod val="130000"/>
              </a:schemeClr>
            </a:gs>
            <a:gs pos="80000">
              <a:schemeClr val="accent1">
                <a:shade val="80000"/>
                <a:hueOff val="709557"/>
                <a:satOff val="-39844"/>
                <a:lumOff val="34361"/>
                <a:alphaOff val="0"/>
                <a:shade val="93000"/>
                <a:satMod val="130000"/>
              </a:schemeClr>
            </a:gs>
            <a:gs pos="100000">
              <a:schemeClr val="accent1">
                <a:shade val="80000"/>
                <a:hueOff val="709557"/>
                <a:satOff val="-39844"/>
                <a:lumOff val="34361"/>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n-US" sz="2100" kern="1200" dirty="0"/>
            <a:t> Secure and scalable architecture for real-time interactions</a:t>
          </a:r>
        </a:p>
      </dsp:txBody>
      <dsp:txXfrm>
        <a:off x="3889771" y="2129234"/>
        <a:ext cx="2357437" cy="141446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743321-485A-458D-85BB-43E4EE71DB7A}">
      <dsp:nvSpPr>
        <dsp:cNvPr id="0" name=""/>
        <dsp:cNvSpPr/>
      </dsp:nvSpPr>
      <dsp:spPr>
        <a:xfrm>
          <a:off x="0" y="322017"/>
          <a:ext cx="3702050" cy="7938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87320" tIns="291592" rIns="287320"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dirty="0"/>
            <a:t>Stores user profile information like name, age, address, etc.</a:t>
          </a:r>
        </a:p>
      </dsp:txBody>
      <dsp:txXfrm>
        <a:off x="0" y="322017"/>
        <a:ext cx="3702050" cy="793800"/>
      </dsp:txXfrm>
    </dsp:sp>
    <dsp:sp modelId="{00C74703-5829-4BDA-93FA-7100B0E1CCDA}">
      <dsp:nvSpPr>
        <dsp:cNvPr id="0" name=""/>
        <dsp:cNvSpPr/>
      </dsp:nvSpPr>
      <dsp:spPr>
        <a:xfrm>
          <a:off x="185102" y="115377"/>
          <a:ext cx="2591435" cy="4132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7950" tIns="0" rIns="97950" bIns="0" numCol="1" spcCol="1270" anchor="ctr" anchorCtr="0">
          <a:noAutofit/>
        </a:bodyPr>
        <a:lstStyle/>
        <a:p>
          <a:pPr lvl="0" algn="l" defTabSz="622300">
            <a:lnSpc>
              <a:spcPct val="90000"/>
            </a:lnSpc>
            <a:spcBef>
              <a:spcPct val="0"/>
            </a:spcBef>
            <a:spcAft>
              <a:spcPct val="35000"/>
            </a:spcAft>
          </a:pPr>
          <a:r>
            <a:rPr lang="en-US" sz="1400" kern="1200" dirty="0" err="1"/>
            <a:t>UserProfile</a:t>
          </a:r>
          <a:endParaRPr lang="en-US" sz="1400" kern="1200" dirty="0"/>
        </a:p>
      </dsp:txBody>
      <dsp:txXfrm>
        <a:off x="205277" y="135552"/>
        <a:ext cx="2551085" cy="372930"/>
      </dsp:txXfrm>
    </dsp:sp>
    <dsp:sp modelId="{7602ABEB-069E-4F37-B597-F43563DEAECF}">
      <dsp:nvSpPr>
        <dsp:cNvPr id="0" name=""/>
        <dsp:cNvSpPr/>
      </dsp:nvSpPr>
      <dsp:spPr>
        <a:xfrm>
          <a:off x="0" y="1398057"/>
          <a:ext cx="3702050" cy="1411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87320" tIns="291592" rIns="287320"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dirty="0"/>
            <a:t>Contains analytical information about chat conducted</a:t>
          </a:r>
        </a:p>
        <a:p>
          <a:pPr marL="114300" lvl="1" indent="-114300" algn="l" defTabSz="622300">
            <a:lnSpc>
              <a:spcPct val="90000"/>
            </a:lnSpc>
            <a:spcBef>
              <a:spcPct val="0"/>
            </a:spcBef>
            <a:spcAft>
              <a:spcPct val="15000"/>
            </a:spcAft>
            <a:buChar char="••"/>
          </a:pPr>
          <a:r>
            <a:rPr lang="en-US" sz="1400" kern="1200" dirty="0"/>
            <a:t>Record gets updated with the latest score after comparison with previous scores and insights.</a:t>
          </a:r>
        </a:p>
      </dsp:txBody>
      <dsp:txXfrm>
        <a:off x="0" y="1398057"/>
        <a:ext cx="3702050" cy="1411200"/>
      </dsp:txXfrm>
    </dsp:sp>
    <dsp:sp modelId="{41478D69-60F7-4E9C-8D1C-6331642AE235}">
      <dsp:nvSpPr>
        <dsp:cNvPr id="0" name=""/>
        <dsp:cNvSpPr/>
      </dsp:nvSpPr>
      <dsp:spPr>
        <a:xfrm>
          <a:off x="185102" y="1191417"/>
          <a:ext cx="2591435" cy="4132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7950" tIns="0" rIns="97950" bIns="0" numCol="1" spcCol="1270" anchor="ctr" anchorCtr="0">
          <a:noAutofit/>
        </a:bodyPr>
        <a:lstStyle/>
        <a:p>
          <a:pPr lvl="0" algn="l" defTabSz="622300">
            <a:lnSpc>
              <a:spcPct val="90000"/>
            </a:lnSpc>
            <a:spcBef>
              <a:spcPct val="0"/>
            </a:spcBef>
            <a:spcAft>
              <a:spcPct val="35000"/>
            </a:spcAft>
          </a:pPr>
          <a:r>
            <a:rPr lang="en-US" sz="1400" kern="1200" dirty="0" err="1"/>
            <a:t>Session_Analysis</a:t>
          </a:r>
          <a:endParaRPr lang="en-US" sz="1400" kern="1200" dirty="0"/>
        </a:p>
      </dsp:txBody>
      <dsp:txXfrm>
        <a:off x="205277" y="1211592"/>
        <a:ext cx="2551085" cy="372930"/>
      </dsp:txXfrm>
    </dsp:sp>
    <dsp:sp modelId="{2D45CDE1-ECEB-4972-BD1B-142E0F4DB216}">
      <dsp:nvSpPr>
        <dsp:cNvPr id="0" name=""/>
        <dsp:cNvSpPr/>
      </dsp:nvSpPr>
      <dsp:spPr>
        <a:xfrm>
          <a:off x="0" y="3091497"/>
          <a:ext cx="3702050" cy="81585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87320" tIns="291592" rIns="287320"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dirty="0"/>
            <a:t>Records user’s chat session details. </a:t>
          </a:r>
        </a:p>
        <a:p>
          <a:pPr marL="114300" lvl="1" indent="-114300" algn="l" defTabSz="622300">
            <a:lnSpc>
              <a:spcPct val="90000"/>
            </a:lnSpc>
            <a:spcBef>
              <a:spcPct val="0"/>
            </a:spcBef>
            <a:spcAft>
              <a:spcPct val="15000"/>
            </a:spcAft>
            <a:buChar char="••"/>
          </a:pPr>
          <a:r>
            <a:rPr lang="en-US" sz="1400" kern="1200" dirty="0"/>
            <a:t>Contains history of users all chat sessions.</a:t>
          </a:r>
        </a:p>
      </dsp:txBody>
      <dsp:txXfrm>
        <a:off x="0" y="3091497"/>
        <a:ext cx="3702050" cy="815850"/>
      </dsp:txXfrm>
    </dsp:sp>
    <dsp:sp modelId="{E963F1A2-797A-4333-81D2-960CAAD046AA}">
      <dsp:nvSpPr>
        <dsp:cNvPr id="0" name=""/>
        <dsp:cNvSpPr/>
      </dsp:nvSpPr>
      <dsp:spPr>
        <a:xfrm>
          <a:off x="185102" y="2884857"/>
          <a:ext cx="2591435" cy="4132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7950" tIns="0" rIns="97950" bIns="0" numCol="1" spcCol="1270" anchor="ctr" anchorCtr="0">
          <a:noAutofit/>
        </a:bodyPr>
        <a:lstStyle/>
        <a:p>
          <a:pPr lvl="0" algn="l" defTabSz="622300">
            <a:lnSpc>
              <a:spcPct val="90000"/>
            </a:lnSpc>
            <a:spcBef>
              <a:spcPct val="0"/>
            </a:spcBef>
            <a:spcAft>
              <a:spcPct val="35000"/>
            </a:spcAft>
          </a:pPr>
          <a:r>
            <a:rPr lang="en-US" sz="1400" kern="1200" dirty="0" err="1"/>
            <a:t>Chat_Session</a:t>
          </a:r>
          <a:endParaRPr lang="en-US" sz="1400" kern="1200" dirty="0"/>
        </a:p>
      </dsp:txBody>
      <dsp:txXfrm>
        <a:off x="205277" y="2905032"/>
        <a:ext cx="2551085" cy="37293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DE4DCF-613D-4EC8-B240-129665CA896B}">
      <dsp:nvSpPr>
        <dsp:cNvPr id="0" name=""/>
        <dsp:cNvSpPr/>
      </dsp:nvSpPr>
      <dsp:spPr>
        <a:xfrm rot="5400000">
          <a:off x="-167351" y="170210"/>
          <a:ext cx="1115677" cy="780974"/>
        </a:xfrm>
        <a:prstGeom prst="chevron">
          <a:avLst/>
        </a:prstGeom>
        <a:gradFill rotWithShape="0">
          <a:gsLst>
            <a:gs pos="0">
              <a:schemeClr val="accent1">
                <a:shade val="80000"/>
                <a:hueOff val="0"/>
                <a:satOff val="0"/>
                <a:lumOff val="0"/>
                <a:alphaOff val="0"/>
                <a:shade val="51000"/>
                <a:satMod val="130000"/>
              </a:schemeClr>
            </a:gs>
            <a:gs pos="80000">
              <a:schemeClr val="accent1">
                <a:shade val="80000"/>
                <a:hueOff val="0"/>
                <a:satOff val="0"/>
                <a:lumOff val="0"/>
                <a:alphaOff val="0"/>
                <a:shade val="93000"/>
                <a:satMod val="130000"/>
              </a:schemeClr>
            </a:gs>
            <a:gs pos="100000">
              <a:schemeClr val="accent1">
                <a:shade val="80000"/>
                <a:hueOff val="0"/>
                <a:satOff val="0"/>
                <a:lumOff val="0"/>
                <a:alphaOff val="0"/>
                <a:shade val="94000"/>
                <a:satMod val="135000"/>
              </a:schemeClr>
            </a:gs>
          </a:gsLst>
          <a:lin ang="16200000" scaled="0"/>
        </a:gradFill>
        <a:ln w="9525" cap="flat" cmpd="sng" algn="ctr">
          <a:solidFill>
            <a:schemeClr val="accent1">
              <a:shade val="80000"/>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a:lnSpc>
              <a:spcPct val="90000"/>
            </a:lnSpc>
            <a:spcBef>
              <a:spcPct val="0"/>
            </a:spcBef>
            <a:spcAft>
              <a:spcPct val="35000"/>
            </a:spcAft>
          </a:pPr>
          <a:r>
            <a:rPr lang="en-US" sz="1100" kern="1200" dirty="0"/>
            <a:t>Unit Testing</a:t>
          </a:r>
        </a:p>
      </dsp:txBody>
      <dsp:txXfrm rot="-5400000">
        <a:off x="1" y="393345"/>
        <a:ext cx="780974" cy="334703"/>
      </dsp:txXfrm>
    </dsp:sp>
    <dsp:sp modelId="{FAC9FB9E-D2AC-4ABE-9791-63EF82787F99}">
      <dsp:nvSpPr>
        <dsp:cNvPr id="0" name=""/>
        <dsp:cNvSpPr/>
      </dsp:nvSpPr>
      <dsp:spPr>
        <a:xfrm rot="5400000">
          <a:off x="3799791" y="-3015959"/>
          <a:ext cx="725190" cy="6762825"/>
        </a:xfrm>
        <a:prstGeom prst="round2SameRect">
          <a:avLst/>
        </a:prstGeom>
        <a:solidFill>
          <a:schemeClr val="lt1">
            <a:alpha val="90000"/>
            <a:hueOff val="0"/>
            <a:satOff val="0"/>
            <a:lumOff val="0"/>
            <a:alphaOff val="0"/>
          </a:schemeClr>
        </a:solidFill>
        <a:ln w="9525" cap="flat" cmpd="sng" algn="ctr">
          <a:solidFill>
            <a:schemeClr val="accent1">
              <a:shade val="8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27584" tIns="20320" rIns="20320" bIns="20320" numCol="1" spcCol="1270" anchor="ctr" anchorCtr="0">
          <a:noAutofit/>
        </a:bodyPr>
        <a:lstStyle/>
        <a:p>
          <a:pPr marL="285750" lvl="1" indent="-285750" algn="l" defTabSz="1422400">
            <a:lnSpc>
              <a:spcPct val="90000"/>
            </a:lnSpc>
            <a:spcBef>
              <a:spcPct val="0"/>
            </a:spcBef>
            <a:spcAft>
              <a:spcPct val="15000"/>
            </a:spcAft>
            <a:buChar char="••"/>
          </a:pPr>
          <a:r>
            <a:rPr lang="en-US" sz="3200" kern="1200" dirty="0"/>
            <a:t>Individual modules tested separately</a:t>
          </a:r>
        </a:p>
      </dsp:txBody>
      <dsp:txXfrm rot="-5400000">
        <a:off x="780974" y="38259"/>
        <a:ext cx="6727424" cy="654388"/>
      </dsp:txXfrm>
    </dsp:sp>
    <dsp:sp modelId="{3C833727-1132-4EA9-9A74-231C6135D951}">
      <dsp:nvSpPr>
        <dsp:cNvPr id="0" name=""/>
        <dsp:cNvSpPr/>
      </dsp:nvSpPr>
      <dsp:spPr>
        <a:xfrm rot="5400000">
          <a:off x="-167351" y="1137320"/>
          <a:ext cx="1115677" cy="780974"/>
        </a:xfrm>
        <a:prstGeom prst="chevron">
          <a:avLst/>
        </a:prstGeom>
        <a:gradFill rotWithShape="0">
          <a:gsLst>
            <a:gs pos="0">
              <a:schemeClr val="accent1">
                <a:shade val="80000"/>
                <a:hueOff val="236519"/>
                <a:satOff val="-13281"/>
                <a:lumOff val="11454"/>
                <a:alphaOff val="0"/>
                <a:shade val="51000"/>
                <a:satMod val="130000"/>
              </a:schemeClr>
            </a:gs>
            <a:gs pos="80000">
              <a:schemeClr val="accent1">
                <a:shade val="80000"/>
                <a:hueOff val="236519"/>
                <a:satOff val="-13281"/>
                <a:lumOff val="11454"/>
                <a:alphaOff val="0"/>
                <a:shade val="93000"/>
                <a:satMod val="130000"/>
              </a:schemeClr>
            </a:gs>
            <a:gs pos="100000">
              <a:schemeClr val="accent1">
                <a:shade val="80000"/>
                <a:hueOff val="236519"/>
                <a:satOff val="-13281"/>
                <a:lumOff val="11454"/>
                <a:alphaOff val="0"/>
                <a:shade val="94000"/>
                <a:satMod val="135000"/>
              </a:schemeClr>
            </a:gs>
          </a:gsLst>
          <a:lin ang="16200000" scaled="0"/>
        </a:gradFill>
        <a:ln w="9525" cap="flat" cmpd="sng" algn="ctr">
          <a:solidFill>
            <a:schemeClr val="accent1">
              <a:shade val="80000"/>
              <a:hueOff val="236519"/>
              <a:satOff val="-13281"/>
              <a:lumOff val="11454"/>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a:lnSpc>
              <a:spcPct val="90000"/>
            </a:lnSpc>
            <a:spcBef>
              <a:spcPct val="0"/>
            </a:spcBef>
            <a:spcAft>
              <a:spcPct val="35000"/>
            </a:spcAft>
          </a:pPr>
          <a:r>
            <a:rPr lang="en-US" sz="1100" kern="1200" dirty="0"/>
            <a:t>Integration Testing</a:t>
          </a:r>
        </a:p>
      </dsp:txBody>
      <dsp:txXfrm rot="-5400000">
        <a:off x="1" y="1360455"/>
        <a:ext cx="780974" cy="334703"/>
      </dsp:txXfrm>
    </dsp:sp>
    <dsp:sp modelId="{3FF329F9-D81A-4EE3-9E4D-A8C499499104}">
      <dsp:nvSpPr>
        <dsp:cNvPr id="0" name=""/>
        <dsp:cNvSpPr/>
      </dsp:nvSpPr>
      <dsp:spPr>
        <a:xfrm rot="5400000">
          <a:off x="3799791" y="-2048848"/>
          <a:ext cx="725190" cy="6762825"/>
        </a:xfrm>
        <a:prstGeom prst="round2SameRect">
          <a:avLst/>
        </a:prstGeom>
        <a:solidFill>
          <a:schemeClr val="lt1">
            <a:alpha val="90000"/>
            <a:hueOff val="0"/>
            <a:satOff val="0"/>
            <a:lumOff val="0"/>
            <a:alphaOff val="0"/>
          </a:schemeClr>
        </a:solidFill>
        <a:ln w="9525" cap="flat" cmpd="sng" algn="ctr">
          <a:solidFill>
            <a:schemeClr val="accent1">
              <a:shade val="80000"/>
              <a:hueOff val="236519"/>
              <a:satOff val="-13281"/>
              <a:lumOff val="11454"/>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27584" tIns="20320" rIns="20320" bIns="20320" numCol="1" spcCol="1270" anchor="ctr" anchorCtr="0">
          <a:noAutofit/>
        </a:bodyPr>
        <a:lstStyle/>
        <a:p>
          <a:pPr marL="285750" lvl="1" indent="-285750" algn="l" defTabSz="1422400">
            <a:lnSpc>
              <a:spcPct val="90000"/>
            </a:lnSpc>
            <a:spcBef>
              <a:spcPct val="0"/>
            </a:spcBef>
            <a:spcAft>
              <a:spcPct val="15000"/>
            </a:spcAft>
            <a:buChar char="••"/>
          </a:pPr>
          <a:r>
            <a:rPr lang="en-US" sz="3200" kern="1200" dirty="0"/>
            <a:t>Ensuring smooth data flow</a:t>
          </a:r>
        </a:p>
      </dsp:txBody>
      <dsp:txXfrm rot="-5400000">
        <a:off x="780974" y="1005370"/>
        <a:ext cx="6727424" cy="654388"/>
      </dsp:txXfrm>
    </dsp:sp>
    <dsp:sp modelId="{A7101397-5F08-47BB-AF91-1E52438EEE97}">
      <dsp:nvSpPr>
        <dsp:cNvPr id="0" name=""/>
        <dsp:cNvSpPr/>
      </dsp:nvSpPr>
      <dsp:spPr>
        <a:xfrm rot="5400000">
          <a:off x="-167351" y="2104430"/>
          <a:ext cx="1115677" cy="780974"/>
        </a:xfrm>
        <a:prstGeom prst="chevron">
          <a:avLst/>
        </a:prstGeom>
        <a:gradFill rotWithShape="0">
          <a:gsLst>
            <a:gs pos="0">
              <a:schemeClr val="accent1">
                <a:shade val="80000"/>
                <a:hueOff val="473038"/>
                <a:satOff val="-26563"/>
                <a:lumOff val="22907"/>
                <a:alphaOff val="0"/>
                <a:shade val="51000"/>
                <a:satMod val="130000"/>
              </a:schemeClr>
            </a:gs>
            <a:gs pos="80000">
              <a:schemeClr val="accent1">
                <a:shade val="80000"/>
                <a:hueOff val="473038"/>
                <a:satOff val="-26563"/>
                <a:lumOff val="22907"/>
                <a:alphaOff val="0"/>
                <a:shade val="93000"/>
                <a:satMod val="130000"/>
              </a:schemeClr>
            </a:gs>
            <a:gs pos="100000">
              <a:schemeClr val="accent1">
                <a:shade val="80000"/>
                <a:hueOff val="473038"/>
                <a:satOff val="-26563"/>
                <a:lumOff val="22907"/>
                <a:alphaOff val="0"/>
                <a:shade val="94000"/>
                <a:satMod val="135000"/>
              </a:schemeClr>
            </a:gs>
          </a:gsLst>
          <a:lin ang="16200000" scaled="0"/>
        </a:gradFill>
        <a:ln w="9525" cap="flat" cmpd="sng" algn="ctr">
          <a:solidFill>
            <a:schemeClr val="accent1">
              <a:shade val="80000"/>
              <a:hueOff val="473038"/>
              <a:satOff val="-26563"/>
              <a:lumOff val="22907"/>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a:lnSpc>
              <a:spcPct val="90000"/>
            </a:lnSpc>
            <a:spcBef>
              <a:spcPct val="0"/>
            </a:spcBef>
            <a:spcAft>
              <a:spcPct val="35000"/>
            </a:spcAft>
          </a:pPr>
          <a:r>
            <a:rPr lang="en-US" sz="1100" kern="1200" dirty="0"/>
            <a:t>Load Testing</a:t>
          </a:r>
        </a:p>
      </dsp:txBody>
      <dsp:txXfrm rot="-5400000">
        <a:off x="1" y="2327565"/>
        <a:ext cx="780974" cy="334703"/>
      </dsp:txXfrm>
    </dsp:sp>
    <dsp:sp modelId="{F87DF402-1156-4451-A6EB-37B4C4EFD32E}">
      <dsp:nvSpPr>
        <dsp:cNvPr id="0" name=""/>
        <dsp:cNvSpPr/>
      </dsp:nvSpPr>
      <dsp:spPr>
        <a:xfrm rot="5400000">
          <a:off x="3799791" y="-1081738"/>
          <a:ext cx="725190" cy="6762825"/>
        </a:xfrm>
        <a:prstGeom prst="round2SameRect">
          <a:avLst/>
        </a:prstGeom>
        <a:solidFill>
          <a:schemeClr val="lt1">
            <a:alpha val="90000"/>
            <a:hueOff val="0"/>
            <a:satOff val="0"/>
            <a:lumOff val="0"/>
            <a:alphaOff val="0"/>
          </a:schemeClr>
        </a:solidFill>
        <a:ln w="9525" cap="flat" cmpd="sng" algn="ctr">
          <a:solidFill>
            <a:schemeClr val="accent1">
              <a:shade val="80000"/>
              <a:hueOff val="473038"/>
              <a:satOff val="-26563"/>
              <a:lumOff val="22907"/>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27584" tIns="20320" rIns="20320" bIns="20320" numCol="1" spcCol="1270" anchor="ctr" anchorCtr="0">
          <a:noAutofit/>
        </a:bodyPr>
        <a:lstStyle/>
        <a:p>
          <a:pPr marL="285750" lvl="1" indent="-285750" algn="l" defTabSz="1422400">
            <a:lnSpc>
              <a:spcPct val="90000"/>
            </a:lnSpc>
            <a:spcBef>
              <a:spcPct val="0"/>
            </a:spcBef>
            <a:spcAft>
              <a:spcPct val="15000"/>
            </a:spcAft>
            <a:buChar char="••"/>
          </a:pPr>
          <a:r>
            <a:rPr lang="en-US" sz="3200" kern="1200" dirty="0"/>
            <a:t>Performance under multiple requests</a:t>
          </a:r>
        </a:p>
      </dsp:txBody>
      <dsp:txXfrm rot="-5400000">
        <a:off x="780974" y="1972480"/>
        <a:ext cx="6727424" cy="654388"/>
      </dsp:txXfrm>
    </dsp:sp>
    <dsp:sp modelId="{9D3C7262-ABE8-44EC-839C-0D3DAAFA22F8}">
      <dsp:nvSpPr>
        <dsp:cNvPr id="0" name=""/>
        <dsp:cNvSpPr/>
      </dsp:nvSpPr>
      <dsp:spPr>
        <a:xfrm rot="5400000">
          <a:off x="-167351" y="3071540"/>
          <a:ext cx="1115677" cy="780974"/>
        </a:xfrm>
        <a:prstGeom prst="chevron">
          <a:avLst/>
        </a:prstGeom>
        <a:gradFill rotWithShape="0">
          <a:gsLst>
            <a:gs pos="0">
              <a:schemeClr val="accent1">
                <a:shade val="80000"/>
                <a:hueOff val="709557"/>
                <a:satOff val="-39844"/>
                <a:lumOff val="34361"/>
                <a:alphaOff val="0"/>
                <a:shade val="51000"/>
                <a:satMod val="130000"/>
              </a:schemeClr>
            </a:gs>
            <a:gs pos="80000">
              <a:schemeClr val="accent1">
                <a:shade val="80000"/>
                <a:hueOff val="709557"/>
                <a:satOff val="-39844"/>
                <a:lumOff val="34361"/>
                <a:alphaOff val="0"/>
                <a:shade val="93000"/>
                <a:satMod val="130000"/>
              </a:schemeClr>
            </a:gs>
            <a:gs pos="100000">
              <a:schemeClr val="accent1">
                <a:shade val="80000"/>
                <a:hueOff val="709557"/>
                <a:satOff val="-39844"/>
                <a:lumOff val="34361"/>
                <a:alphaOff val="0"/>
                <a:shade val="94000"/>
                <a:satMod val="135000"/>
              </a:schemeClr>
            </a:gs>
          </a:gsLst>
          <a:lin ang="16200000" scaled="0"/>
        </a:gradFill>
        <a:ln w="9525" cap="flat" cmpd="sng" algn="ctr">
          <a:solidFill>
            <a:schemeClr val="accent1">
              <a:shade val="80000"/>
              <a:hueOff val="709557"/>
              <a:satOff val="-39844"/>
              <a:lumOff val="34361"/>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a:lnSpc>
              <a:spcPct val="90000"/>
            </a:lnSpc>
            <a:spcBef>
              <a:spcPct val="0"/>
            </a:spcBef>
            <a:spcAft>
              <a:spcPct val="35000"/>
            </a:spcAft>
          </a:pPr>
          <a:r>
            <a:rPr lang="en-US" sz="1100" kern="1200" dirty="0"/>
            <a:t>Security Testing</a:t>
          </a:r>
        </a:p>
      </dsp:txBody>
      <dsp:txXfrm rot="-5400000">
        <a:off x="1" y="3294675"/>
        <a:ext cx="780974" cy="334703"/>
      </dsp:txXfrm>
    </dsp:sp>
    <dsp:sp modelId="{63D382F8-924F-4F54-BA08-38E2D7D45AF2}">
      <dsp:nvSpPr>
        <dsp:cNvPr id="0" name=""/>
        <dsp:cNvSpPr/>
      </dsp:nvSpPr>
      <dsp:spPr>
        <a:xfrm rot="5400000">
          <a:off x="3799791" y="-114628"/>
          <a:ext cx="725190" cy="6762825"/>
        </a:xfrm>
        <a:prstGeom prst="round2SameRect">
          <a:avLst/>
        </a:prstGeom>
        <a:solidFill>
          <a:schemeClr val="lt1">
            <a:alpha val="90000"/>
            <a:hueOff val="0"/>
            <a:satOff val="0"/>
            <a:lumOff val="0"/>
            <a:alphaOff val="0"/>
          </a:schemeClr>
        </a:solidFill>
        <a:ln w="9525" cap="flat" cmpd="sng" algn="ctr">
          <a:solidFill>
            <a:schemeClr val="accent1">
              <a:shade val="80000"/>
              <a:hueOff val="709557"/>
              <a:satOff val="-39844"/>
              <a:lumOff val="34361"/>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27584" tIns="20320" rIns="20320" bIns="20320" numCol="1" spcCol="1270" anchor="ctr" anchorCtr="0">
          <a:noAutofit/>
        </a:bodyPr>
        <a:lstStyle/>
        <a:p>
          <a:pPr marL="285750" lvl="1" indent="-285750" algn="l" defTabSz="1422400">
            <a:lnSpc>
              <a:spcPct val="90000"/>
            </a:lnSpc>
            <a:spcBef>
              <a:spcPct val="0"/>
            </a:spcBef>
            <a:spcAft>
              <a:spcPct val="15000"/>
            </a:spcAft>
            <a:buChar char="••"/>
          </a:pPr>
          <a:r>
            <a:rPr lang="en-US" sz="3200" kern="1200" dirty="0"/>
            <a:t>User authentication &amp; data privacy</a:t>
          </a:r>
        </a:p>
      </dsp:txBody>
      <dsp:txXfrm rot="-5400000">
        <a:off x="780974" y="2939590"/>
        <a:ext cx="6727424" cy="65438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016E8A-922C-4322-9F29-0AC1F1582A27}">
      <dsp:nvSpPr>
        <dsp:cNvPr id="0" name=""/>
        <dsp:cNvSpPr/>
      </dsp:nvSpPr>
      <dsp:spPr>
        <a:xfrm>
          <a:off x="1458833" y="0"/>
          <a:ext cx="4022725" cy="4022725"/>
        </a:xfrm>
        <a:prstGeom prst="triangl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FA4E9A3-265C-4422-B691-D5838799741F}">
      <dsp:nvSpPr>
        <dsp:cNvPr id="0" name=""/>
        <dsp:cNvSpPr/>
      </dsp:nvSpPr>
      <dsp:spPr>
        <a:xfrm>
          <a:off x="3470195" y="402665"/>
          <a:ext cx="2614771" cy="714976"/>
        </a:xfrm>
        <a:prstGeom prst="round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US" sz="1500" kern="1200"/>
            <a:t>Mobile app version for better accessibility</a:t>
          </a:r>
        </a:p>
      </dsp:txBody>
      <dsp:txXfrm>
        <a:off x="3505097" y="437567"/>
        <a:ext cx="2544967" cy="645172"/>
      </dsp:txXfrm>
    </dsp:sp>
    <dsp:sp modelId="{8E29F7D4-4BF0-45B3-B7CA-7F53209DB9F2}">
      <dsp:nvSpPr>
        <dsp:cNvPr id="0" name=""/>
        <dsp:cNvSpPr/>
      </dsp:nvSpPr>
      <dsp:spPr>
        <a:xfrm>
          <a:off x="3470195" y="1207013"/>
          <a:ext cx="2614771" cy="714976"/>
        </a:xfrm>
        <a:prstGeom prst="round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US" sz="1500" kern="1200" dirty="0"/>
            <a:t>Integration with wearable health devices</a:t>
          </a:r>
        </a:p>
      </dsp:txBody>
      <dsp:txXfrm>
        <a:off x="3505097" y="1241915"/>
        <a:ext cx="2544967" cy="645172"/>
      </dsp:txXfrm>
    </dsp:sp>
    <dsp:sp modelId="{07A842A1-259B-42E8-A15D-9C9ABD667F43}">
      <dsp:nvSpPr>
        <dsp:cNvPr id="0" name=""/>
        <dsp:cNvSpPr/>
      </dsp:nvSpPr>
      <dsp:spPr>
        <a:xfrm>
          <a:off x="3470195" y="2011362"/>
          <a:ext cx="2614771" cy="714976"/>
        </a:xfrm>
        <a:prstGeom prst="round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US" sz="1500" kern="1200" dirty="0"/>
            <a:t>Advanced AI analytics for personalized recommendations</a:t>
          </a:r>
        </a:p>
      </dsp:txBody>
      <dsp:txXfrm>
        <a:off x="3505097" y="2046264"/>
        <a:ext cx="2544967" cy="645172"/>
      </dsp:txXfrm>
    </dsp:sp>
    <dsp:sp modelId="{04854E82-7299-4CA0-8EEE-10F939A98BE0}">
      <dsp:nvSpPr>
        <dsp:cNvPr id="0" name=""/>
        <dsp:cNvSpPr/>
      </dsp:nvSpPr>
      <dsp:spPr>
        <a:xfrm>
          <a:off x="3470195" y="2815711"/>
          <a:ext cx="2614771" cy="714976"/>
        </a:xfrm>
        <a:prstGeom prst="round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US" sz="1500" kern="1200" dirty="0"/>
            <a:t>Multi-language support for wider reach</a:t>
          </a:r>
        </a:p>
      </dsp:txBody>
      <dsp:txXfrm>
        <a:off x="3505097" y="2850613"/>
        <a:ext cx="2544967" cy="64517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0D16AC-3DA8-4F0E-A5E2-AA7C06211CEB}">
      <dsp:nvSpPr>
        <dsp:cNvPr id="0" name=""/>
        <dsp:cNvSpPr/>
      </dsp:nvSpPr>
      <dsp:spPr>
        <a:xfrm>
          <a:off x="0" y="39687"/>
          <a:ext cx="7543800" cy="719549"/>
        </a:xfrm>
        <a:prstGeom prst="roundRect">
          <a:avLst/>
        </a:prstGeom>
        <a:gradFill rotWithShape="0">
          <a:gsLst>
            <a:gs pos="0">
              <a:schemeClr val="accent1">
                <a:shade val="50000"/>
                <a:hueOff val="0"/>
                <a:satOff val="0"/>
                <a:lumOff val="0"/>
                <a:alphaOff val="0"/>
                <a:shade val="51000"/>
                <a:satMod val="130000"/>
              </a:schemeClr>
            </a:gs>
            <a:gs pos="80000">
              <a:schemeClr val="accent1">
                <a:shade val="50000"/>
                <a:hueOff val="0"/>
                <a:satOff val="0"/>
                <a:lumOff val="0"/>
                <a:alphaOff val="0"/>
                <a:shade val="93000"/>
                <a:satMod val="130000"/>
              </a:schemeClr>
            </a:gs>
            <a:gs pos="100000">
              <a:schemeClr val="accent1">
                <a:shade val="5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4300" tIns="114300" rIns="114300" bIns="114300" numCol="1" spcCol="1270" anchor="ctr" anchorCtr="0">
          <a:noAutofit/>
        </a:bodyPr>
        <a:lstStyle/>
        <a:p>
          <a:pPr lvl="0" algn="l" defTabSz="1333500">
            <a:lnSpc>
              <a:spcPct val="90000"/>
            </a:lnSpc>
            <a:spcBef>
              <a:spcPct val="0"/>
            </a:spcBef>
            <a:spcAft>
              <a:spcPct val="35000"/>
            </a:spcAft>
          </a:pPr>
          <a:r>
            <a:rPr lang="en-US" sz="3000" kern="1200"/>
            <a:t>Documentation on FastAPI &amp; Streamlit</a:t>
          </a:r>
        </a:p>
      </dsp:txBody>
      <dsp:txXfrm>
        <a:off x="35125" y="74812"/>
        <a:ext cx="7473550" cy="649299"/>
      </dsp:txXfrm>
    </dsp:sp>
    <dsp:sp modelId="{AF1A24F5-B141-4A8B-83FD-20987840BEBF}">
      <dsp:nvSpPr>
        <dsp:cNvPr id="0" name=""/>
        <dsp:cNvSpPr/>
      </dsp:nvSpPr>
      <dsp:spPr>
        <a:xfrm>
          <a:off x="0" y="845637"/>
          <a:ext cx="7543800" cy="719549"/>
        </a:xfrm>
        <a:prstGeom prst="roundRect">
          <a:avLst/>
        </a:prstGeom>
        <a:gradFill rotWithShape="0">
          <a:gsLst>
            <a:gs pos="0">
              <a:schemeClr val="accent1">
                <a:shade val="50000"/>
                <a:hueOff val="312210"/>
                <a:satOff val="-18034"/>
                <a:lumOff val="19816"/>
                <a:alphaOff val="0"/>
                <a:shade val="51000"/>
                <a:satMod val="130000"/>
              </a:schemeClr>
            </a:gs>
            <a:gs pos="80000">
              <a:schemeClr val="accent1">
                <a:shade val="50000"/>
                <a:hueOff val="312210"/>
                <a:satOff val="-18034"/>
                <a:lumOff val="19816"/>
                <a:alphaOff val="0"/>
                <a:shade val="93000"/>
                <a:satMod val="130000"/>
              </a:schemeClr>
            </a:gs>
            <a:gs pos="100000">
              <a:schemeClr val="accent1">
                <a:shade val="50000"/>
                <a:hueOff val="312210"/>
                <a:satOff val="-18034"/>
                <a:lumOff val="19816"/>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4300" tIns="114300" rIns="114300" bIns="114300" numCol="1" spcCol="1270" anchor="ctr" anchorCtr="0">
          <a:noAutofit/>
        </a:bodyPr>
        <a:lstStyle/>
        <a:p>
          <a:pPr lvl="0" algn="l" defTabSz="1333500">
            <a:lnSpc>
              <a:spcPct val="90000"/>
            </a:lnSpc>
            <a:spcBef>
              <a:spcPct val="0"/>
            </a:spcBef>
            <a:spcAft>
              <a:spcPct val="35000"/>
            </a:spcAft>
          </a:pPr>
          <a:r>
            <a:rPr lang="en-US" sz="3000" kern="1200"/>
            <a:t>Supabase authentication &amp; security guidelines</a:t>
          </a:r>
          <a:endParaRPr lang="en-US" sz="3000" kern="1200" dirty="0"/>
        </a:p>
      </dsp:txBody>
      <dsp:txXfrm>
        <a:off x="35125" y="880762"/>
        <a:ext cx="7473550" cy="649299"/>
      </dsp:txXfrm>
    </dsp:sp>
    <dsp:sp modelId="{D659230F-0020-49B2-A5CC-0895FFB29784}">
      <dsp:nvSpPr>
        <dsp:cNvPr id="0" name=""/>
        <dsp:cNvSpPr/>
      </dsp:nvSpPr>
      <dsp:spPr>
        <a:xfrm>
          <a:off x="0" y="1651587"/>
          <a:ext cx="7543800" cy="719549"/>
        </a:xfrm>
        <a:prstGeom prst="roundRect">
          <a:avLst/>
        </a:prstGeom>
        <a:gradFill rotWithShape="0">
          <a:gsLst>
            <a:gs pos="0">
              <a:schemeClr val="accent1">
                <a:shade val="50000"/>
                <a:hueOff val="624420"/>
                <a:satOff val="-36069"/>
                <a:lumOff val="39631"/>
                <a:alphaOff val="0"/>
                <a:shade val="51000"/>
                <a:satMod val="130000"/>
              </a:schemeClr>
            </a:gs>
            <a:gs pos="80000">
              <a:schemeClr val="accent1">
                <a:shade val="50000"/>
                <a:hueOff val="624420"/>
                <a:satOff val="-36069"/>
                <a:lumOff val="39631"/>
                <a:alphaOff val="0"/>
                <a:shade val="93000"/>
                <a:satMod val="130000"/>
              </a:schemeClr>
            </a:gs>
            <a:gs pos="100000">
              <a:schemeClr val="accent1">
                <a:shade val="50000"/>
                <a:hueOff val="624420"/>
                <a:satOff val="-36069"/>
                <a:lumOff val="39631"/>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4300" tIns="114300" rIns="114300" bIns="114300" numCol="1" spcCol="1270" anchor="ctr" anchorCtr="0">
          <a:noAutofit/>
        </a:bodyPr>
        <a:lstStyle/>
        <a:p>
          <a:pPr lvl="0" algn="l" defTabSz="1333500">
            <a:lnSpc>
              <a:spcPct val="90000"/>
            </a:lnSpc>
            <a:spcBef>
              <a:spcPct val="0"/>
            </a:spcBef>
            <a:spcAft>
              <a:spcPct val="35000"/>
            </a:spcAft>
          </a:pPr>
          <a:r>
            <a:rPr lang="en-US" sz="3000" kern="1200"/>
            <a:t>Research papers on AI in mental health</a:t>
          </a:r>
          <a:endParaRPr lang="en-US" sz="3000" kern="1200" dirty="0"/>
        </a:p>
      </dsp:txBody>
      <dsp:txXfrm>
        <a:off x="35125" y="1686712"/>
        <a:ext cx="7473550" cy="649299"/>
      </dsp:txXfrm>
    </dsp:sp>
    <dsp:sp modelId="{8480703C-D365-4A2E-936A-C70139AE9ADC}">
      <dsp:nvSpPr>
        <dsp:cNvPr id="0" name=""/>
        <dsp:cNvSpPr/>
      </dsp:nvSpPr>
      <dsp:spPr>
        <a:xfrm>
          <a:off x="0" y="2457537"/>
          <a:ext cx="7543800" cy="719549"/>
        </a:xfrm>
        <a:prstGeom prst="roundRect">
          <a:avLst/>
        </a:prstGeom>
        <a:gradFill rotWithShape="0">
          <a:gsLst>
            <a:gs pos="0">
              <a:schemeClr val="accent1">
                <a:shade val="50000"/>
                <a:hueOff val="624420"/>
                <a:satOff val="-36069"/>
                <a:lumOff val="39631"/>
                <a:alphaOff val="0"/>
                <a:shade val="51000"/>
                <a:satMod val="130000"/>
              </a:schemeClr>
            </a:gs>
            <a:gs pos="80000">
              <a:schemeClr val="accent1">
                <a:shade val="50000"/>
                <a:hueOff val="624420"/>
                <a:satOff val="-36069"/>
                <a:lumOff val="39631"/>
                <a:alphaOff val="0"/>
                <a:shade val="93000"/>
                <a:satMod val="130000"/>
              </a:schemeClr>
            </a:gs>
            <a:gs pos="100000">
              <a:schemeClr val="accent1">
                <a:shade val="50000"/>
                <a:hueOff val="624420"/>
                <a:satOff val="-36069"/>
                <a:lumOff val="39631"/>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4300" tIns="114300" rIns="114300" bIns="114300" numCol="1" spcCol="1270" anchor="ctr" anchorCtr="0">
          <a:noAutofit/>
        </a:bodyPr>
        <a:lstStyle/>
        <a:p>
          <a:pPr lvl="0" algn="l" defTabSz="1333500">
            <a:lnSpc>
              <a:spcPct val="90000"/>
            </a:lnSpc>
            <a:spcBef>
              <a:spcPct val="0"/>
            </a:spcBef>
            <a:spcAft>
              <a:spcPct val="35000"/>
            </a:spcAft>
          </a:pPr>
          <a:r>
            <a:rPr lang="en-US" sz="3000" kern="1200"/>
            <a:t>Gemini API documentation</a:t>
          </a:r>
          <a:endParaRPr lang="en-US" sz="3000" kern="1200" dirty="0"/>
        </a:p>
      </dsp:txBody>
      <dsp:txXfrm>
        <a:off x="35125" y="2492662"/>
        <a:ext cx="7473550" cy="649299"/>
      </dsp:txXfrm>
    </dsp:sp>
    <dsp:sp modelId="{3DB66D29-8259-476E-B4CC-FA8BDA87D66D}">
      <dsp:nvSpPr>
        <dsp:cNvPr id="0" name=""/>
        <dsp:cNvSpPr/>
      </dsp:nvSpPr>
      <dsp:spPr>
        <a:xfrm>
          <a:off x="0" y="3263487"/>
          <a:ext cx="7543800" cy="719549"/>
        </a:xfrm>
        <a:prstGeom prst="roundRect">
          <a:avLst/>
        </a:prstGeom>
        <a:gradFill rotWithShape="0">
          <a:gsLst>
            <a:gs pos="0">
              <a:schemeClr val="accent1">
                <a:shade val="50000"/>
                <a:hueOff val="312210"/>
                <a:satOff val="-18034"/>
                <a:lumOff val="19816"/>
                <a:alphaOff val="0"/>
                <a:shade val="51000"/>
                <a:satMod val="130000"/>
              </a:schemeClr>
            </a:gs>
            <a:gs pos="80000">
              <a:schemeClr val="accent1">
                <a:shade val="50000"/>
                <a:hueOff val="312210"/>
                <a:satOff val="-18034"/>
                <a:lumOff val="19816"/>
                <a:alphaOff val="0"/>
                <a:shade val="93000"/>
                <a:satMod val="130000"/>
              </a:schemeClr>
            </a:gs>
            <a:gs pos="100000">
              <a:schemeClr val="accent1">
                <a:shade val="50000"/>
                <a:hueOff val="312210"/>
                <a:satOff val="-18034"/>
                <a:lumOff val="19816"/>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4300" tIns="114300" rIns="114300" bIns="114300" numCol="1" spcCol="1270" anchor="ctr" anchorCtr="0">
          <a:noAutofit/>
        </a:bodyPr>
        <a:lstStyle/>
        <a:p>
          <a:pPr lvl="0" algn="l" defTabSz="1333500">
            <a:lnSpc>
              <a:spcPct val="90000"/>
            </a:lnSpc>
            <a:spcBef>
              <a:spcPct val="0"/>
            </a:spcBef>
            <a:spcAft>
              <a:spcPct val="35000"/>
            </a:spcAft>
          </a:pPr>
          <a:r>
            <a:rPr lang="en-US" sz="3000" kern="1200"/>
            <a:t>Dizvik Dataset &amp; fer2013</a:t>
          </a:r>
          <a:endParaRPr lang="en-US" sz="3000" kern="1200" dirty="0"/>
        </a:p>
      </dsp:txBody>
      <dsp:txXfrm>
        <a:off x="35125" y="3298612"/>
        <a:ext cx="7473550" cy="649299"/>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EC80C4-677A-4F54-AC67-C50708C2FC31}" type="datetimeFigureOut">
              <a:rPr lang="en-US" smtClean="0"/>
              <a:pPr/>
              <a:t>3/28/2025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67A0F62-844B-4132-81E1-2E689FBBFCC9}"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B9E50DC-0CA8-4B17-AED4-5BE96EF64DE9}" type="datetime1">
              <a:rPr lang="en-US" smtClean="0"/>
              <a:pPr/>
              <a:t>3/28/2025</a:t>
            </a:fld>
            <a:endParaRPr lang="en-US"/>
          </a:p>
        </p:txBody>
      </p:sp>
      <p:sp>
        <p:nvSpPr>
          <p:cNvPr id="5" name="Footer Placeholder 4"/>
          <p:cNvSpPr>
            <a:spLocks noGrp="1"/>
          </p:cNvSpPr>
          <p:nvPr>
            <p:ph type="ftr" sz="quarter" idx="11"/>
          </p:nvPr>
        </p:nvSpPr>
        <p:spPr/>
        <p:txBody>
          <a:bodyPr/>
          <a:lstStyle/>
          <a:p>
            <a:r>
              <a:rPr lang="en-US"/>
              <a:t>Project Title</a:t>
            </a:r>
          </a:p>
        </p:txBody>
      </p:sp>
      <p:sp>
        <p:nvSpPr>
          <p:cNvPr id="6" name="Slide Number Placeholder 5"/>
          <p:cNvSpPr>
            <a:spLocks noGrp="1"/>
          </p:cNvSpPr>
          <p:nvPr>
            <p:ph type="sldNum" sz="quarter" idx="12"/>
          </p:nvPr>
        </p:nvSpPr>
        <p:spPr/>
        <p:txBody>
          <a:bodyPr/>
          <a:lstStyle/>
          <a:p>
            <a:fld id="{615D92F5-C6BD-4770-B93B-CCC7110BADD0}" type="slidenum">
              <a:rPr lang="en-US" smtClean="0"/>
              <a:pPr/>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53344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C4259E7-CD74-4F49-A1C0-1C460F426EA6}" type="datetime1">
              <a:rPr lang="en-US" smtClean="0"/>
              <a:pPr/>
              <a:t>3/28/2025</a:t>
            </a:fld>
            <a:endParaRPr lang="en-US"/>
          </a:p>
        </p:txBody>
      </p:sp>
      <p:sp>
        <p:nvSpPr>
          <p:cNvPr id="5" name="Footer Placeholder 4"/>
          <p:cNvSpPr>
            <a:spLocks noGrp="1"/>
          </p:cNvSpPr>
          <p:nvPr>
            <p:ph type="ftr" sz="quarter" idx="11"/>
          </p:nvPr>
        </p:nvSpPr>
        <p:spPr/>
        <p:txBody>
          <a:bodyPr/>
          <a:lstStyle/>
          <a:p>
            <a:r>
              <a:rPr lang="en-US"/>
              <a:t>Project Title</a:t>
            </a:r>
          </a:p>
        </p:txBody>
      </p:sp>
      <p:sp>
        <p:nvSpPr>
          <p:cNvPr id="6" name="Slide Number Placeholder 5"/>
          <p:cNvSpPr>
            <a:spLocks noGrp="1"/>
          </p:cNvSpPr>
          <p:nvPr>
            <p:ph type="sldNum" sz="quarter" idx="12"/>
          </p:nvPr>
        </p:nvSpPr>
        <p:spPr/>
        <p:txBody>
          <a:bodyPr/>
          <a:lstStyle/>
          <a:p>
            <a:fld id="{615D92F5-C6BD-4770-B93B-CCC7110BADD0}" type="slidenum">
              <a:rPr lang="en-US" smtClean="0"/>
              <a:pPr/>
              <a:t>‹#›</a:t>
            </a:fld>
            <a:endParaRPr lang="en-US"/>
          </a:p>
        </p:txBody>
      </p:sp>
    </p:spTree>
    <p:extLst>
      <p:ext uri="{BB962C8B-B14F-4D97-AF65-F5344CB8AC3E}">
        <p14:creationId xmlns:p14="http://schemas.microsoft.com/office/powerpoint/2010/main" val="32604871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6A2C75A-85E4-4AF0-9F73-094BDF403026}" type="datetime1">
              <a:rPr lang="en-US" smtClean="0"/>
              <a:pPr/>
              <a:t>3/28/2025</a:t>
            </a:fld>
            <a:endParaRPr lang="en-US"/>
          </a:p>
        </p:txBody>
      </p:sp>
      <p:sp>
        <p:nvSpPr>
          <p:cNvPr id="5" name="Footer Placeholder 4"/>
          <p:cNvSpPr>
            <a:spLocks noGrp="1"/>
          </p:cNvSpPr>
          <p:nvPr>
            <p:ph type="ftr" sz="quarter" idx="11"/>
          </p:nvPr>
        </p:nvSpPr>
        <p:spPr/>
        <p:txBody>
          <a:bodyPr/>
          <a:lstStyle/>
          <a:p>
            <a:r>
              <a:rPr lang="en-US"/>
              <a:t>Project Title</a:t>
            </a:r>
          </a:p>
        </p:txBody>
      </p:sp>
      <p:sp>
        <p:nvSpPr>
          <p:cNvPr id="6" name="Slide Number Placeholder 5"/>
          <p:cNvSpPr>
            <a:spLocks noGrp="1"/>
          </p:cNvSpPr>
          <p:nvPr>
            <p:ph type="sldNum" sz="quarter" idx="12"/>
          </p:nvPr>
        </p:nvSpPr>
        <p:spPr/>
        <p:txBody>
          <a:bodyPr/>
          <a:lstStyle/>
          <a:p>
            <a:fld id="{615D92F5-C6BD-4770-B93B-CCC7110BADD0}" type="slidenum">
              <a:rPr lang="en-US" smtClean="0"/>
              <a:pPr/>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93948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5"/>
            <a:ext cx="370332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5"/>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83B769E-DB72-43CE-BB64-DCC135C407C5}" type="datetime1">
              <a:rPr lang="en-US" smtClean="0"/>
              <a:pPr/>
              <a:t>3/28/2025</a:t>
            </a:fld>
            <a:endParaRPr lang="en-US"/>
          </a:p>
        </p:txBody>
      </p:sp>
      <p:sp>
        <p:nvSpPr>
          <p:cNvPr id="6" name="Footer Placeholder 5"/>
          <p:cNvSpPr>
            <a:spLocks noGrp="1"/>
          </p:cNvSpPr>
          <p:nvPr>
            <p:ph type="ftr" sz="quarter" idx="11"/>
          </p:nvPr>
        </p:nvSpPr>
        <p:spPr/>
        <p:txBody>
          <a:bodyPr/>
          <a:lstStyle/>
          <a:p>
            <a:r>
              <a:rPr lang="en-US"/>
              <a:t>Project Title</a:t>
            </a:r>
          </a:p>
        </p:txBody>
      </p:sp>
      <p:sp>
        <p:nvSpPr>
          <p:cNvPr id="7" name="Slide Number Placeholder 6"/>
          <p:cNvSpPr>
            <a:spLocks noGrp="1"/>
          </p:cNvSpPr>
          <p:nvPr>
            <p:ph type="sldNum" sz="quarter" idx="12"/>
          </p:nvPr>
        </p:nvSpPr>
        <p:spPr/>
        <p:txBody>
          <a:bodyPr/>
          <a:lstStyle/>
          <a:p>
            <a:fld id="{615D92F5-C6BD-4770-B93B-CCC7110BADD0}" type="slidenum">
              <a:rPr lang="en-US" smtClean="0"/>
              <a:pPr/>
              <a:t>‹#›</a:t>
            </a:fld>
            <a:endParaRPr lang="en-US"/>
          </a:p>
        </p:txBody>
      </p:sp>
    </p:spTree>
    <p:extLst>
      <p:ext uri="{BB962C8B-B14F-4D97-AF65-F5344CB8AC3E}">
        <p14:creationId xmlns:p14="http://schemas.microsoft.com/office/powerpoint/2010/main" val="2461837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5"/>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9BCA003-32EA-46B7-9B72-DF506990628E}" type="datetime1">
              <a:rPr lang="en-US" smtClean="0"/>
              <a:pPr/>
              <a:t>3/28/2025</a:t>
            </a:fld>
            <a:endParaRPr lang="en-US"/>
          </a:p>
        </p:txBody>
      </p:sp>
      <p:sp>
        <p:nvSpPr>
          <p:cNvPr id="8" name="Footer Placeholder 7"/>
          <p:cNvSpPr>
            <a:spLocks noGrp="1"/>
          </p:cNvSpPr>
          <p:nvPr>
            <p:ph type="ftr" sz="quarter" idx="11"/>
          </p:nvPr>
        </p:nvSpPr>
        <p:spPr/>
        <p:txBody>
          <a:bodyPr/>
          <a:lstStyle/>
          <a:p>
            <a:r>
              <a:rPr lang="en-US"/>
              <a:t>Project Title</a:t>
            </a:r>
          </a:p>
        </p:txBody>
      </p:sp>
      <p:sp>
        <p:nvSpPr>
          <p:cNvPr id="9" name="Slide Number Placeholder 8"/>
          <p:cNvSpPr>
            <a:spLocks noGrp="1"/>
          </p:cNvSpPr>
          <p:nvPr>
            <p:ph type="sldNum" sz="quarter" idx="12"/>
          </p:nvPr>
        </p:nvSpPr>
        <p:spPr/>
        <p:txBody>
          <a:bodyPr/>
          <a:lstStyle/>
          <a:p>
            <a:fld id="{615D92F5-C6BD-4770-B93B-CCC7110BADD0}" type="slidenum">
              <a:rPr lang="en-US" smtClean="0"/>
              <a:pPr/>
              <a:t>‹#›</a:t>
            </a:fld>
            <a:endParaRPr lang="en-US"/>
          </a:p>
        </p:txBody>
      </p:sp>
    </p:spTree>
    <p:extLst>
      <p:ext uri="{BB962C8B-B14F-4D97-AF65-F5344CB8AC3E}">
        <p14:creationId xmlns:p14="http://schemas.microsoft.com/office/powerpoint/2010/main" val="12146487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1E56257-F15D-45F7-BB6A-FB75C78CDF53}" type="datetime1">
              <a:rPr lang="en-US" smtClean="0"/>
              <a:pPr/>
              <a:t>3/28/2025</a:t>
            </a:fld>
            <a:endParaRPr lang="en-US"/>
          </a:p>
        </p:txBody>
      </p:sp>
      <p:sp>
        <p:nvSpPr>
          <p:cNvPr id="4" name="Footer Placeholder 3"/>
          <p:cNvSpPr>
            <a:spLocks noGrp="1"/>
          </p:cNvSpPr>
          <p:nvPr>
            <p:ph type="ftr" sz="quarter" idx="11"/>
          </p:nvPr>
        </p:nvSpPr>
        <p:spPr/>
        <p:txBody>
          <a:bodyPr/>
          <a:lstStyle/>
          <a:p>
            <a:r>
              <a:rPr lang="en-US"/>
              <a:t>Project Title</a:t>
            </a:r>
          </a:p>
        </p:txBody>
      </p:sp>
      <p:sp>
        <p:nvSpPr>
          <p:cNvPr id="5" name="Slide Number Placeholder 4"/>
          <p:cNvSpPr>
            <a:spLocks noGrp="1"/>
          </p:cNvSpPr>
          <p:nvPr>
            <p:ph type="sldNum" sz="quarter" idx="12"/>
          </p:nvPr>
        </p:nvSpPr>
        <p:spPr/>
        <p:txBody>
          <a:bodyPr/>
          <a:lstStyle/>
          <a:p>
            <a:fld id="{615D92F5-C6BD-4770-B93B-CCC7110BADD0}" type="slidenum">
              <a:rPr lang="en-US" smtClean="0"/>
              <a:pPr/>
              <a:t>‹#›</a:t>
            </a:fld>
            <a:endParaRPr lang="en-US"/>
          </a:p>
        </p:txBody>
      </p:sp>
    </p:spTree>
    <p:extLst>
      <p:ext uri="{BB962C8B-B14F-4D97-AF65-F5344CB8AC3E}">
        <p14:creationId xmlns:p14="http://schemas.microsoft.com/office/powerpoint/2010/main" val="3923304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7553FA86-0B43-4FF4-8401-D568254BBC83}" type="datetime1">
              <a:rPr lang="en-US" smtClean="0"/>
              <a:pPr/>
              <a:t>3/28/2025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a:t>Project Title</a:t>
            </a:r>
          </a:p>
        </p:txBody>
      </p:sp>
      <p:sp>
        <p:nvSpPr>
          <p:cNvPr id="9" name="Slide Number Placeholder 8"/>
          <p:cNvSpPr>
            <a:spLocks noGrp="1"/>
          </p:cNvSpPr>
          <p:nvPr>
            <p:ph type="sldNum" sz="quarter" idx="12"/>
          </p:nvPr>
        </p:nvSpPr>
        <p:spPr/>
        <p:txBody>
          <a:bodyPr/>
          <a:lstStyle/>
          <a:p>
            <a:fld id="{615D92F5-C6BD-4770-B93B-CCC7110BADD0}" type="slidenum">
              <a:rPr lang="en-US" smtClean="0"/>
              <a:pPr/>
              <a:t>‹#›</a:t>
            </a:fld>
            <a:endParaRPr lang="en-US"/>
          </a:p>
        </p:txBody>
      </p:sp>
    </p:spTree>
    <p:extLst>
      <p:ext uri="{BB962C8B-B14F-4D97-AF65-F5344CB8AC3E}">
        <p14:creationId xmlns:p14="http://schemas.microsoft.com/office/powerpoint/2010/main" val="41779917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600450" y="731520"/>
            <a:ext cx="486918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CD2F42AB-458A-4ED0-9164-B8DDD515C73A}" type="datetime1">
              <a:rPr lang="en-US" smtClean="0"/>
              <a:pPr/>
              <a:t>3/28/2025</a:t>
            </a:fld>
            <a:endParaRPr 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r>
              <a:rPr lang="en-US"/>
              <a:t>Project Title</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615D92F5-C6BD-4770-B93B-CCC7110BADD0}" type="slidenum">
              <a:rPr lang="en-US" smtClean="0"/>
              <a:pPr/>
              <a:t>‹#›</a:t>
            </a:fld>
            <a:endParaRPr lang="en-US"/>
          </a:p>
        </p:txBody>
      </p:sp>
    </p:spTree>
    <p:extLst>
      <p:ext uri="{BB962C8B-B14F-4D97-AF65-F5344CB8AC3E}">
        <p14:creationId xmlns:p14="http://schemas.microsoft.com/office/powerpoint/2010/main" val="20518723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60"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AA897CF-0FE6-42B4-9886-F080B30FE61B}" type="datetime1">
              <a:rPr lang="en-US" smtClean="0"/>
              <a:pPr/>
              <a:t>3/28/2025</a:t>
            </a:fld>
            <a:endParaRPr lang="en-US"/>
          </a:p>
        </p:txBody>
      </p:sp>
      <p:sp>
        <p:nvSpPr>
          <p:cNvPr id="6" name="Footer Placeholder 5"/>
          <p:cNvSpPr>
            <a:spLocks noGrp="1"/>
          </p:cNvSpPr>
          <p:nvPr>
            <p:ph type="ftr" sz="quarter" idx="11"/>
          </p:nvPr>
        </p:nvSpPr>
        <p:spPr/>
        <p:txBody>
          <a:bodyPr/>
          <a:lstStyle/>
          <a:p>
            <a:r>
              <a:rPr lang="en-US"/>
              <a:t>Project Title</a:t>
            </a:r>
          </a:p>
        </p:txBody>
      </p:sp>
      <p:sp>
        <p:nvSpPr>
          <p:cNvPr id="7" name="Slide Number Placeholder 6"/>
          <p:cNvSpPr>
            <a:spLocks noGrp="1"/>
          </p:cNvSpPr>
          <p:nvPr>
            <p:ph type="sldNum" sz="quarter" idx="12"/>
          </p:nvPr>
        </p:nvSpPr>
        <p:spPr/>
        <p:txBody>
          <a:bodyPr/>
          <a:lstStyle/>
          <a:p>
            <a:fld id="{615D92F5-C6BD-4770-B93B-CCC7110BADD0}" type="slidenum">
              <a:rPr lang="en-US" smtClean="0"/>
              <a:pPr/>
              <a:t>‹#›</a:t>
            </a:fld>
            <a:endParaRPr lang="en-US"/>
          </a:p>
        </p:txBody>
      </p:sp>
    </p:spTree>
    <p:extLst>
      <p:ext uri="{BB962C8B-B14F-4D97-AF65-F5344CB8AC3E}">
        <p14:creationId xmlns:p14="http://schemas.microsoft.com/office/powerpoint/2010/main" val="40087273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4B71F05-1047-48E0-8CCC-98FB124029A8}" type="datetime1">
              <a:rPr lang="en-US" smtClean="0"/>
              <a:pPr/>
              <a:t>3/28/2025</a:t>
            </a:fld>
            <a:endParaRPr lang="en-US"/>
          </a:p>
        </p:txBody>
      </p:sp>
      <p:sp>
        <p:nvSpPr>
          <p:cNvPr id="5" name="Footer Placeholder 4"/>
          <p:cNvSpPr>
            <a:spLocks noGrp="1"/>
          </p:cNvSpPr>
          <p:nvPr>
            <p:ph type="ftr" sz="quarter" idx="11"/>
          </p:nvPr>
        </p:nvSpPr>
        <p:spPr/>
        <p:txBody>
          <a:bodyPr/>
          <a:lstStyle/>
          <a:p>
            <a:r>
              <a:rPr lang="en-US"/>
              <a:t>Project Title</a:t>
            </a:r>
          </a:p>
        </p:txBody>
      </p:sp>
      <p:sp>
        <p:nvSpPr>
          <p:cNvPr id="6" name="Slide Number Placeholder 5"/>
          <p:cNvSpPr>
            <a:spLocks noGrp="1"/>
          </p:cNvSpPr>
          <p:nvPr>
            <p:ph type="sldNum" sz="quarter" idx="12"/>
          </p:nvPr>
        </p:nvSpPr>
        <p:spPr/>
        <p:txBody>
          <a:bodyPr/>
          <a:lstStyle/>
          <a:p>
            <a:fld id="{615D92F5-C6BD-4770-B93B-CCC7110BADD0}" type="slidenum">
              <a:rPr lang="en-US" smtClean="0"/>
              <a:pPr/>
              <a:t>‹#›</a:t>
            </a:fld>
            <a:endParaRPr lang="en-US"/>
          </a:p>
        </p:txBody>
      </p:sp>
    </p:spTree>
    <p:extLst>
      <p:ext uri="{BB962C8B-B14F-4D97-AF65-F5344CB8AC3E}">
        <p14:creationId xmlns:p14="http://schemas.microsoft.com/office/powerpoint/2010/main" val="29973999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2302"/>
            <a:ext cx="1971675"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2302"/>
            <a:ext cx="5800725"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902F7F-1A74-4A20-B7F2-EC66702A597B}" type="datetime1">
              <a:rPr lang="en-US" smtClean="0"/>
              <a:pPr/>
              <a:t>3/28/2025</a:t>
            </a:fld>
            <a:endParaRPr lang="en-US"/>
          </a:p>
        </p:txBody>
      </p:sp>
      <p:sp>
        <p:nvSpPr>
          <p:cNvPr id="5" name="Footer Placeholder 4"/>
          <p:cNvSpPr>
            <a:spLocks noGrp="1"/>
          </p:cNvSpPr>
          <p:nvPr>
            <p:ph type="ftr" sz="quarter" idx="11"/>
          </p:nvPr>
        </p:nvSpPr>
        <p:spPr/>
        <p:txBody>
          <a:bodyPr/>
          <a:lstStyle/>
          <a:p>
            <a:r>
              <a:rPr lang="en-US"/>
              <a:t>Project Title</a:t>
            </a:r>
          </a:p>
        </p:txBody>
      </p:sp>
      <p:sp>
        <p:nvSpPr>
          <p:cNvPr id="6" name="Slide Number Placeholder 5"/>
          <p:cNvSpPr>
            <a:spLocks noGrp="1"/>
          </p:cNvSpPr>
          <p:nvPr>
            <p:ph type="sldNum" sz="quarter" idx="12"/>
          </p:nvPr>
        </p:nvSpPr>
        <p:spPr/>
        <p:txBody>
          <a:bodyPr/>
          <a:lstStyle/>
          <a:p>
            <a:fld id="{615D92F5-C6BD-4770-B93B-CCC7110BADD0}" type="slidenum">
              <a:rPr lang="en-US" smtClean="0"/>
              <a:pPr/>
              <a:t>‹#›</a:t>
            </a:fld>
            <a:endParaRPr lang="en-US"/>
          </a:p>
        </p:txBody>
      </p:sp>
    </p:spTree>
    <p:extLst>
      <p:ext uri="{BB962C8B-B14F-4D97-AF65-F5344CB8AC3E}">
        <p14:creationId xmlns:p14="http://schemas.microsoft.com/office/powerpoint/2010/main" val="40968791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9144001"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8BA09CDE-73CD-4DAC-A912-1A1C549792AB}" type="datetime1">
              <a:rPr lang="en-US" smtClean="0"/>
              <a:pPr/>
              <a:t>3/28/2025</a:t>
            </a:fld>
            <a:endParaRPr lang="en-US"/>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a:t>Project Title</a:t>
            </a:r>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615D92F5-C6BD-4770-B93B-CCC7110BADD0}" type="slidenum">
              <a:rPr lang="en-US" smtClean="0"/>
              <a:pPr/>
              <a:t>‹#›</a:t>
            </a:fld>
            <a:endParaRPr lang="en-US"/>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1365574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11.png"/><Relationship Id="rId1" Type="http://schemas.openxmlformats.org/officeDocument/2006/relationships/slideLayout" Target="../slideLayouts/slideLayout4.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ctrTitle"/>
          </p:nvPr>
        </p:nvSpPr>
        <p:spPr>
          <a:xfrm>
            <a:off x="443060" y="330608"/>
            <a:ext cx="8191893" cy="726871"/>
          </a:xfrm>
        </p:spPr>
        <p:txBody>
          <a:bodyPr>
            <a:noAutofit/>
          </a:bodyPr>
          <a:lstStyle/>
          <a:p>
            <a:pPr algn="ctr"/>
            <a:r>
              <a:rPr lang="en-US" sz="3600" b="1" dirty="0">
                <a:solidFill>
                  <a:srgbClr val="0070C0"/>
                </a:solidFill>
                <a:latin typeface="Cambria" pitchFamily="18" charset="0"/>
                <a:cs typeface="BrowalliaUPC" pitchFamily="34" charset="-34"/>
              </a:rPr>
              <a:t>AI-Powered Mental Health Monitoring</a:t>
            </a:r>
          </a:p>
        </p:txBody>
      </p:sp>
      <p:sp>
        <p:nvSpPr>
          <p:cNvPr id="6" name="Rectangle 3"/>
          <p:cNvSpPr>
            <a:spLocks noChangeArrowheads="1"/>
          </p:cNvSpPr>
          <p:nvPr/>
        </p:nvSpPr>
        <p:spPr bwMode="auto">
          <a:xfrm>
            <a:off x="3517514" y="1070418"/>
            <a:ext cx="2286016"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457200" defTabSz="914400" rtl="0" eaLnBrk="1" fontAlgn="base" latinLnBrk="0" hangingPunct="1">
              <a:lnSpc>
                <a:spcPct val="100000"/>
              </a:lnSpc>
              <a:spcBef>
                <a:spcPct val="0"/>
              </a:spcBef>
              <a:spcAft>
                <a:spcPct val="0"/>
              </a:spcAft>
              <a:buClrTx/>
              <a:buSzTx/>
              <a:buFontTx/>
              <a:buNone/>
              <a:tabLst/>
            </a:pPr>
            <a:r>
              <a:rPr lang="en-US" b="1" dirty="0">
                <a:latin typeface="Cambria" pitchFamily="18" charset="0"/>
                <a:ea typeface="Calibri" pitchFamily="34" charset="0"/>
                <a:cs typeface="Microsoft Sans Serif" pitchFamily="34" charset="0"/>
              </a:rPr>
              <a:t>d</a:t>
            </a:r>
            <a:r>
              <a:rPr kumimoji="0" lang="en-US" b="1" i="0" u="none" strike="noStrike" cap="none" normalizeH="0" baseline="0" dirty="0">
                <a:ln>
                  <a:noFill/>
                </a:ln>
                <a:solidFill>
                  <a:schemeClr val="tx1"/>
                </a:solidFill>
                <a:effectLst/>
                <a:latin typeface="Cambria" pitchFamily="18" charset="0"/>
                <a:ea typeface="Calibri" pitchFamily="34" charset="0"/>
                <a:cs typeface="Microsoft Sans Serif" pitchFamily="34" charset="0"/>
              </a:rPr>
              <a:t>eveloped</a:t>
            </a:r>
            <a:r>
              <a:rPr lang="en-US" dirty="0">
                <a:latin typeface="Cambria" pitchFamily="18" charset="0"/>
                <a:ea typeface="Calibri" pitchFamily="34" charset="0"/>
                <a:cs typeface="Arial" pitchFamily="34" charset="0"/>
              </a:rPr>
              <a:t> </a:t>
            </a:r>
            <a:r>
              <a:rPr kumimoji="0" lang="en-US" b="1" i="0" u="none" strike="noStrike" cap="none" normalizeH="0" baseline="0" dirty="0">
                <a:ln>
                  <a:noFill/>
                </a:ln>
                <a:solidFill>
                  <a:schemeClr val="tx1"/>
                </a:solidFill>
                <a:effectLst/>
                <a:latin typeface="Cambria" pitchFamily="18" charset="0"/>
                <a:ea typeface="Calibri" pitchFamily="34" charset="0"/>
                <a:cs typeface="Microsoft Sans Serif" pitchFamily="34" charset="0"/>
              </a:rPr>
              <a:t>at</a:t>
            </a:r>
            <a:endParaRPr kumimoji="0" lang="en-US" b="0" i="0" u="none" strike="noStrike" cap="none" normalizeH="0" baseline="0" dirty="0">
              <a:ln>
                <a:noFill/>
              </a:ln>
              <a:solidFill>
                <a:schemeClr val="tx1"/>
              </a:solidFill>
              <a:effectLst/>
              <a:latin typeface="Cambria" pitchFamily="18" charset="0"/>
              <a:cs typeface="Arial" pitchFamily="34" charset="0"/>
            </a:endParaRPr>
          </a:p>
        </p:txBody>
      </p:sp>
      <p:sp>
        <p:nvSpPr>
          <p:cNvPr id="8" name="Rectangle 4"/>
          <p:cNvSpPr>
            <a:spLocks noChangeArrowheads="1"/>
          </p:cNvSpPr>
          <p:nvPr/>
        </p:nvSpPr>
        <p:spPr bwMode="auto">
          <a:xfrm>
            <a:off x="2232209" y="1441590"/>
            <a:ext cx="5232281" cy="43088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lang="en-US" sz="2200" b="1" dirty="0">
                <a:solidFill>
                  <a:srgbClr val="0070C0"/>
                </a:solidFill>
                <a:latin typeface="Cambria" pitchFamily="18" charset="0"/>
                <a:ea typeface="Calibri" pitchFamily="34" charset="0"/>
                <a:cs typeface="Microsoft Sans Serif" pitchFamily="34" charset="0"/>
              </a:rPr>
              <a:t>AccioJob Private Limited - Gurgaon</a:t>
            </a:r>
            <a:endParaRPr kumimoji="0" lang="en-US" sz="2200" b="0" i="0" u="none" strike="noStrike" cap="none" normalizeH="0" baseline="0" dirty="0">
              <a:ln>
                <a:noFill/>
              </a:ln>
              <a:solidFill>
                <a:srgbClr val="0070C0"/>
              </a:solidFill>
              <a:effectLst/>
              <a:latin typeface="Arial" pitchFamily="34" charset="0"/>
              <a:cs typeface="Arial" pitchFamily="34" charset="0"/>
            </a:endParaRPr>
          </a:p>
        </p:txBody>
      </p:sp>
      <p:sp>
        <p:nvSpPr>
          <p:cNvPr id="9" name="Rectangle 5"/>
          <p:cNvSpPr>
            <a:spLocks noChangeArrowheads="1"/>
          </p:cNvSpPr>
          <p:nvPr/>
        </p:nvSpPr>
        <p:spPr bwMode="auto">
          <a:xfrm>
            <a:off x="3179370" y="2128701"/>
            <a:ext cx="2962304"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u="none" strike="noStrike" cap="none" normalizeH="0" baseline="0" dirty="0">
                <a:ln>
                  <a:noFill/>
                </a:ln>
                <a:solidFill>
                  <a:schemeClr val="tx1"/>
                </a:solidFill>
                <a:effectLst/>
                <a:latin typeface="Cambria" pitchFamily="18" charset="0"/>
                <a:ea typeface="Calibri" pitchFamily="34" charset="0"/>
                <a:cs typeface="Microsoft Sans Serif" pitchFamily="34" charset="0"/>
              </a:rPr>
              <a:t>Under The Guidance Of</a:t>
            </a:r>
          </a:p>
        </p:txBody>
      </p:sp>
      <p:sp>
        <p:nvSpPr>
          <p:cNvPr id="10" name="TextBox 9"/>
          <p:cNvSpPr txBox="1"/>
          <p:nvPr/>
        </p:nvSpPr>
        <p:spPr>
          <a:xfrm>
            <a:off x="3281083" y="4635327"/>
            <a:ext cx="4598894" cy="1384995"/>
          </a:xfrm>
          <a:prstGeom prst="rect">
            <a:avLst/>
          </a:prstGeom>
          <a:noFill/>
        </p:spPr>
        <p:txBody>
          <a:bodyPr wrap="square" rtlCol="0">
            <a:spAutoFit/>
          </a:bodyPr>
          <a:lstStyle/>
          <a:p>
            <a:r>
              <a:rPr lang="en-US" b="1" dirty="0">
                <a:latin typeface="Cambria" pitchFamily="18" charset="0"/>
              </a:rPr>
              <a:t>Submitted To:</a:t>
            </a:r>
            <a:endParaRPr lang="en-US" dirty="0">
              <a:latin typeface="Cambria" pitchFamily="18" charset="0"/>
            </a:endParaRPr>
          </a:p>
          <a:p>
            <a:r>
              <a:rPr lang="en-US" sz="2100" b="1" dirty="0">
                <a:solidFill>
                  <a:schemeClr val="tx1">
                    <a:lumMod val="95000"/>
                    <a:lumOff val="5000"/>
                  </a:schemeClr>
                </a:solidFill>
                <a:latin typeface="Cambria" pitchFamily="18" charset="0"/>
              </a:rPr>
              <a:t>Department of MCA</a:t>
            </a:r>
          </a:p>
          <a:p>
            <a:r>
              <a:rPr lang="en-US" sz="2100" b="1" dirty="0">
                <a:solidFill>
                  <a:schemeClr val="tx1">
                    <a:lumMod val="95000"/>
                    <a:lumOff val="5000"/>
                  </a:schemeClr>
                </a:solidFill>
                <a:latin typeface="Cambria" pitchFamily="18" charset="0"/>
              </a:rPr>
              <a:t>Faculty of IT &amp; Computer Science,</a:t>
            </a:r>
          </a:p>
          <a:p>
            <a:r>
              <a:rPr lang="en-US" sz="2100" b="1" dirty="0">
                <a:solidFill>
                  <a:schemeClr val="tx1">
                    <a:lumMod val="95000"/>
                    <a:lumOff val="5000"/>
                  </a:schemeClr>
                </a:solidFill>
                <a:latin typeface="Cambria" pitchFamily="18" charset="0"/>
              </a:rPr>
              <a:t>PARUL University</a:t>
            </a:r>
            <a:endParaRPr lang="en-US" sz="2100" b="1" dirty="0">
              <a:solidFill>
                <a:schemeClr val="accent4">
                  <a:lumMod val="75000"/>
                </a:schemeClr>
              </a:solidFill>
              <a:latin typeface="Cambria" pitchFamily="18" charset="0"/>
            </a:endParaRPr>
          </a:p>
        </p:txBody>
      </p:sp>
      <p:pic>
        <p:nvPicPr>
          <p:cNvPr id="12" name="Picture 11" descr="C:\Users\HP\Desktop\pu.jpg"/>
          <p:cNvPicPr/>
          <p:nvPr/>
        </p:nvPicPr>
        <p:blipFill>
          <a:blip r:embed="rId2" cstate="print"/>
          <a:srcRect/>
          <a:stretch>
            <a:fillRect/>
          </a:stretch>
        </p:blipFill>
        <p:spPr bwMode="auto">
          <a:xfrm>
            <a:off x="875390" y="4554071"/>
            <a:ext cx="2447911" cy="1577788"/>
          </a:xfrm>
          <a:prstGeom prst="rect">
            <a:avLst/>
          </a:prstGeom>
          <a:noFill/>
          <a:ln w="9525">
            <a:noFill/>
            <a:miter lim="800000"/>
            <a:headEnd/>
            <a:tailEnd/>
          </a:ln>
        </p:spPr>
      </p:pic>
      <p:sp>
        <p:nvSpPr>
          <p:cNvPr id="11" name="Rectangle 5"/>
          <p:cNvSpPr>
            <a:spLocks noChangeArrowheads="1"/>
          </p:cNvSpPr>
          <p:nvPr/>
        </p:nvSpPr>
        <p:spPr bwMode="auto">
          <a:xfrm>
            <a:off x="638727" y="2510972"/>
            <a:ext cx="2962304" cy="61555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1" u="none" strike="noStrike" cap="none" normalizeH="0" baseline="0" dirty="0">
                <a:ln>
                  <a:noFill/>
                </a:ln>
                <a:solidFill>
                  <a:schemeClr val="tx1"/>
                </a:solidFill>
                <a:effectLst/>
                <a:latin typeface="Cambria" pitchFamily="18" charset="0"/>
                <a:ea typeface="Calibri" pitchFamily="34" charset="0"/>
                <a:cs typeface="Microsoft Sans Serif" pitchFamily="34" charset="0"/>
              </a:rPr>
              <a:t>Internal Guide</a:t>
            </a:r>
          </a:p>
          <a:p>
            <a:pPr marL="0" marR="0" lvl="0" indent="0" algn="ctr" defTabSz="914400" rtl="0" eaLnBrk="1" fontAlgn="base" latinLnBrk="0" hangingPunct="1">
              <a:lnSpc>
                <a:spcPct val="100000"/>
              </a:lnSpc>
              <a:spcBef>
                <a:spcPct val="0"/>
              </a:spcBef>
              <a:spcAft>
                <a:spcPct val="0"/>
              </a:spcAft>
              <a:buClrTx/>
              <a:buSzTx/>
              <a:buFontTx/>
              <a:buNone/>
              <a:tabLst/>
            </a:pPr>
            <a:r>
              <a:rPr lang="en-US" b="1" dirty="0">
                <a:solidFill>
                  <a:srgbClr val="0070C0"/>
                </a:solidFill>
                <a:latin typeface="Cambria" pitchFamily="18" charset="0"/>
                <a:ea typeface="Calibri" pitchFamily="34" charset="0"/>
                <a:cs typeface="Microsoft Sans Serif" pitchFamily="34" charset="0"/>
              </a:rPr>
              <a:t>Dr. </a:t>
            </a:r>
            <a:r>
              <a:rPr lang="en-US" b="1" dirty="0" err="1">
                <a:solidFill>
                  <a:srgbClr val="0070C0"/>
                </a:solidFill>
                <a:latin typeface="Cambria" pitchFamily="18" charset="0"/>
                <a:ea typeface="Calibri" pitchFamily="34" charset="0"/>
                <a:cs typeface="Microsoft Sans Serif" pitchFamily="34" charset="0"/>
              </a:rPr>
              <a:t>Hina</a:t>
            </a:r>
            <a:r>
              <a:rPr lang="en-US" b="1" dirty="0">
                <a:solidFill>
                  <a:srgbClr val="0070C0"/>
                </a:solidFill>
                <a:latin typeface="Cambria" pitchFamily="18" charset="0"/>
                <a:ea typeface="Calibri" pitchFamily="34" charset="0"/>
                <a:cs typeface="Microsoft Sans Serif" pitchFamily="34" charset="0"/>
              </a:rPr>
              <a:t> </a:t>
            </a:r>
            <a:r>
              <a:rPr lang="en-US" b="1" dirty="0" err="1" smtClean="0">
                <a:solidFill>
                  <a:srgbClr val="0070C0"/>
                </a:solidFill>
                <a:latin typeface="Cambria" pitchFamily="18" charset="0"/>
                <a:ea typeface="Calibri" pitchFamily="34" charset="0"/>
                <a:cs typeface="Microsoft Sans Serif" pitchFamily="34" charset="0"/>
              </a:rPr>
              <a:t>Chokshi</a:t>
            </a:r>
            <a:endParaRPr lang="en-US" b="1" dirty="0">
              <a:solidFill>
                <a:srgbClr val="0070C0"/>
              </a:solidFill>
              <a:latin typeface="Cambria" pitchFamily="18" charset="0"/>
              <a:ea typeface="Calibri" pitchFamily="34" charset="0"/>
              <a:cs typeface="Microsoft Sans Serif" pitchFamily="34" charset="0"/>
            </a:endParaRPr>
          </a:p>
        </p:txBody>
      </p:sp>
      <p:sp>
        <p:nvSpPr>
          <p:cNvPr id="13" name="Rectangle 1"/>
          <p:cNvSpPr>
            <a:spLocks noChangeArrowheads="1"/>
          </p:cNvSpPr>
          <p:nvPr/>
        </p:nvSpPr>
        <p:spPr bwMode="auto">
          <a:xfrm>
            <a:off x="1955859" y="3223101"/>
            <a:ext cx="5232281" cy="70788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457200" algn="ctr" defTabSz="914400" rtl="0" eaLnBrk="1" fontAlgn="base" latinLnBrk="0" hangingPunct="1">
              <a:spcBef>
                <a:spcPct val="0"/>
              </a:spcBef>
              <a:spcAft>
                <a:spcPct val="0"/>
              </a:spcAft>
              <a:buClrTx/>
              <a:buSzTx/>
              <a:buFontTx/>
              <a:buNone/>
              <a:tabLst/>
            </a:pPr>
            <a:r>
              <a:rPr kumimoji="0" lang="en-US" b="1" u="none" strike="noStrike" cap="none" normalizeH="0" baseline="0" dirty="0">
                <a:ln>
                  <a:noFill/>
                </a:ln>
                <a:solidFill>
                  <a:schemeClr val="tx1"/>
                </a:solidFill>
                <a:effectLst/>
                <a:latin typeface="Cambria" pitchFamily="18" charset="0"/>
                <a:ea typeface="Calibri" pitchFamily="34" charset="0"/>
                <a:cs typeface="Microsoft Sans Serif" pitchFamily="34" charset="0"/>
              </a:rPr>
              <a:t>Developed By</a:t>
            </a:r>
          </a:p>
          <a:p>
            <a:pPr lvl="0" indent="457200" algn="ctr" fontAlgn="base">
              <a:spcBef>
                <a:spcPct val="0"/>
              </a:spcBef>
              <a:spcAft>
                <a:spcPct val="0"/>
              </a:spcAft>
            </a:pPr>
            <a:r>
              <a:rPr lang="en-US" sz="2000" b="1" dirty="0">
                <a:solidFill>
                  <a:srgbClr val="1F497D"/>
                </a:solidFill>
                <a:latin typeface="Cambria" pitchFamily="18" charset="0"/>
                <a:ea typeface="Calibri" pitchFamily="34" charset="0"/>
                <a:cs typeface="Microsoft Sans Serif" pitchFamily="34" charset="0"/>
              </a:rPr>
              <a:t> </a:t>
            </a:r>
            <a:r>
              <a:rPr lang="en-US" sz="2200" b="1" dirty="0">
                <a:solidFill>
                  <a:srgbClr val="0070C0"/>
                </a:solidFill>
                <a:latin typeface="Cambria" pitchFamily="18" charset="0"/>
                <a:ea typeface="Calibri" pitchFamily="34" charset="0"/>
                <a:cs typeface="Microsoft Sans Serif" pitchFamily="34" charset="0"/>
              </a:rPr>
              <a:t>Meenu Tomar (2305102120008)</a:t>
            </a:r>
          </a:p>
        </p:txBody>
      </p:sp>
      <p:sp>
        <p:nvSpPr>
          <p:cNvPr id="14" name="Rectangle 5"/>
          <p:cNvSpPr>
            <a:spLocks noChangeArrowheads="1"/>
          </p:cNvSpPr>
          <p:nvPr/>
        </p:nvSpPr>
        <p:spPr bwMode="auto">
          <a:xfrm>
            <a:off x="5597691" y="2510972"/>
            <a:ext cx="2962304" cy="61555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1" u="none" strike="noStrike" cap="none" normalizeH="0" baseline="0" dirty="0">
                <a:ln>
                  <a:noFill/>
                </a:ln>
                <a:solidFill>
                  <a:schemeClr val="tx1"/>
                </a:solidFill>
                <a:effectLst/>
                <a:latin typeface="Cambria" pitchFamily="18" charset="0"/>
                <a:ea typeface="Calibri" pitchFamily="34" charset="0"/>
                <a:cs typeface="Microsoft Sans Serif" pitchFamily="34" charset="0"/>
              </a:rPr>
              <a:t>External Guide</a:t>
            </a:r>
          </a:p>
          <a:p>
            <a:pPr marL="0" marR="0" lvl="0" indent="0" algn="ctr" defTabSz="914400" rtl="0" eaLnBrk="1" fontAlgn="base" latinLnBrk="0" hangingPunct="1">
              <a:lnSpc>
                <a:spcPct val="100000"/>
              </a:lnSpc>
              <a:spcBef>
                <a:spcPct val="0"/>
              </a:spcBef>
              <a:spcAft>
                <a:spcPct val="0"/>
              </a:spcAft>
              <a:buClrTx/>
              <a:buSzTx/>
              <a:buFontTx/>
              <a:buNone/>
              <a:tabLst/>
            </a:pPr>
            <a:r>
              <a:rPr lang="en-US" b="1" dirty="0">
                <a:solidFill>
                  <a:srgbClr val="0070C0"/>
                </a:solidFill>
                <a:latin typeface="Cambria" pitchFamily="18" charset="0"/>
                <a:ea typeface="Calibri" pitchFamily="34" charset="0"/>
                <a:cs typeface="Microsoft Sans Serif" pitchFamily="34" charset="0"/>
              </a:rPr>
              <a:t>Mr. Gaurav Choudhary</a:t>
            </a:r>
          </a:p>
        </p:txBody>
      </p:sp>
    </p:spTree>
    <p:extLst>
      <p:ext uri="{BB962C8B-B14F-4D97-AF65-F5344CB8AC3E}">
        <p14:creationId xmlns:p14="http://schemas.microsoft.com/office/powerpoint/2010/main" val="30084956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787BDCB-A6B2-533C-601B-0BC70CC1374F}"/>
              </a:ext>
            </a:extLst>
          </p:cNvPr>
          <p:cNvSpPr>
            <a:spLocks noGrp="1"/>
          </p:cNvSpPr>
          <p:nvPr>
            <p:ph idx="1"/>
          </p:nvPr>
        </p:nvSpPr>
        <p:spPr>
          <a:xfrm>
            <a:off x="598519" y="810705"/>
            <a:ext cx="8036434" cy="4921738"/>
          </a:xfrm>
        </p:spPr>
        <p:txBody>
          <a:bodyPr>
            <a:normAutofit fontScale="25000" lnSpcReduction="20000"/>
          </a:bodyPr>
          <a:lstStyle/>
          <a:p>
            <a:endParaRPr lang="en-US" sz="1800" dirty="0">
              <a:effectLst/>
              <a:latin typeface="Calibri" panose="020F0502020204030204" pitchFamily="34" charset="0"/>
              <a:ea typeface="Calibri" panose="020F0502020204030204" pitchFamily="34" charset="0"/>
              <a:cs typeface="Mangal" panose="02040503050203030202" pitchFamily="18" charset="0"/>
            </a:endParaRPr>
          </a:p>
          <a:p>
            <a:endParaRPr lang="en-US" sz="1800" dirty="0">
              <a:latin typeface="Calibri" panose="020F0502020204030204" pitchFamily="34" charset="0"/>
              <a:ea typeface="Calibri" panose="020F0502020204030204" pitchFamily="34" charset="0"/>
              <a:cs typeface="Mangal" panose="02040503050203030202" pitchFamily="18" charset="0"/>
            </a:endParaRPr>
          </a:p>
          <a:p>
            <a:endParaRPr lang="en-US" sz="1800" dirty="0">
              <a:latin typeface="Calibri" panose="020F0502020204030204" pitchFamily="34" charset="0"/>
              <a:ea typeface="Calibri" panose="020F0502020204030204" pitchFamily="34" charset="0"/>
              <a:cs typeface="Mangal" panose="02040503050203030202" pitchFamily="18" charset="0"/>
            </a:endParaRPr>
          </a:p>
          <a:p>
            <a:endParaRPr lang="en-US" sz="1800" dirty="0">
              <a:latin typeface="Calibri" panose="020F0502020204030204" pitchFamily="34" charset="0"/>
              <a:ea typeface="Calibri" panose="020F0502020204030204" pitchFamily="34" charset="0"/>
              <a:cs typeface="Mangal" panose="02040503050203030202" pitchFamily="18" charset="0"/>
            </a:endParaRPr>
          </a:p>
          <a:p>
            <a:pPr marL="0" indent="0">
              <a:buNone/>
            </a:pPr>
            <a:r>
              <a:rPr lang="en-US" sz="4800" dirty="0">
                <a:effectLst/>
                <a:latin typeface="Calibri" panose="020F0502020204030204" pitchFamily="34" charset="0"/>
                <a:ea typeface="Calibri" panose="020F0502020204030204" pitchFamily="34" charset="0"/>
                <a:cs typeface="Mangal" panose="02040503050203030202" pitchFamily="18" charset="0"/>
              </a:rPr>
              <a:t>                                                                                          </a:t>
            </a:r>
            <a:r>
              <a:rPr lang="en-US" sz="5600" b="1" dirty="0">
                <a:effectLst/>
                <a:latin typeface="Calibri" panose="020F0502020204030204" pitchFamily="34" charset="0"/>
                <a:ea typeface="Calibri" panose="020F0502020204030204" pitchFamily="34" charset="0"/>
                <a:cs typeface="Mangal" panose="02040503050203030202" pitchFamily="18" charset="0"/>
              </a:rPr>
              <a:t>Certificate</a:t>
            </a:r>
            <a:r>
              <a:rPr lang="en-US" sz="4800" dirty="0">
                <a:effectLst/>
                <a:latin typeface="Calibri" panose="020F0502020204030204" pitchFamily="34" charset="0"/>
                <a:ea typeface="Calibri" panose="020F0502020204030204" pitchFamily="34" charset="0"/>
                <a:cs typeface="Mangal" panose="02040503050203030202" pitchFamily="18" charset="0"/>
              </a:rPr>
              <a:t> </a:t>
            </a:r>
          </a:p>
          <a:p>
            <a:pPr marL="0" indent="0">
              <a:buNone/>
            </a:pPr>
            <a:r>
              <a:rPr lang="en-US" sz="4800" dirty="0">
                <a:effectLst/>
                <a:latin typeface="Calibri" panose="020F0502020204030204" pitchFamily="34" charset="0"/>
                <a:ea typeface="Calibri" panose="020F0502020204030204" pitchFamily="34" charset="0"/>
                <a:cs typeface="Mangal" panose="02040503050203030202" pitchFamily="18" charset="0"/>
              </a:rPr>
              <a:t>This is to certify that </a:t>
            </a:r>
            <a:r>
              <a:rPr lang="en-US" sz="4800" b="1" dirty="0">
                <a:effectLst/>
                <a:latin typeface="Calibri" panose="020F0502020204030204" pitchFamily="34" charset="0"/>
                <a:ea typeface="Calibri" panose="020F0502020204030204" pitchFamily="34" charset="0"/>
                <a:cs typeface="Mangal" panose="02040503050203030202" pitchFamily="18" charset="0"/>
              </a:rPr>
              <a:t>Ms. </a:t>
            </a:r>
            <a:r>
              <a:rPr lang="en-US" sz="4800" b="1" dirty="0">
                <a:latin typeface="Calibri" panose="020F0502020204030204" pitchFamily="34" charset="0"/>
                <a:ea typeface="Calibri" panose="020F0502020204030204" pitchFamily="34" charset="0"/>
                <a:cs typeface="Mangal" panose="02040503050203030202" pitchFamily="18" charset="0"/>
              </a:rPr>
              <a:t>Km </a:t>
            </a:r>
            <a:r>
              <a:rPr lang="en-US" sz="4800" b="1" dirty="0" err="1">
                <a:latin typeface="Calibri" panose="020F0502020204030204" pitchFamily="34" charset="0"/>
                <a:ea typeface="Calibri" panose="020F0502020204030204" pitchFamily="34" charset="0"/>
                <a:cs typeface="Mangal" panose="02040503050203030202" pitchFamily="18" charset="0"/>
              </a:rPr>
              <a:t>Meenu</a:t>
            </a:r>
            <a:r>
              <a:rPr lang="en-US" sz="4800" b="1" dirty="0">
                <a:latin typeface="Calibri" panose="020F0502020204030204" pitchFamily="34" charset="0"/>
                <a:ea typeface="Calibri" panose="020F0502020204030204" pitchFamily="34" charset="0"/>
                <a:cs typeface="Mangal" panose="02040503050203030202" pitchFamily="18" charset="0"/>
              </a:rPr>
              <a:t> </a:t>
            </a:r>
            <a:r>
              <a:rPr lang="en-US" sz="4800" b="1" dirty="0" err="1">
                <a:latin typeface="Calibri" panose="020F0502020204030204" pitchFamily="34" charset="0"/>
                <a:ea typeface="Calibri" panose="020F0502020204030204" pitchFamily="34" charset="0"/>
                <a:cs typeface="Mangal" panose="02040503050203030202" pitchFamily="18" charset="0"/>
              </a:rPr>
              <a:t>Tomar</a:t>
            </a:r>
            <a:r>
              <a:rPr lang="en-US" sz="4800" b="1" dirty="0">
                <a:effectLst/>
                <a:latin typeface="Calibri" panose="020F0502020204030204" pitchFamily="34" charset="0"/>
                <a:ea typeface="Calibri" panose="020F0502020204030204" pitchFamily="34" charset="0"/>
                <a:cs typeface="Mangal" panose="02040503050203030202" pitchFamily="18" charset="0"/>
              </a:rPr>
              <a:t>, Enrollment No.2305102120008 </a:t>
            </a:r>
            <a:r>
              <a:rPr lang="en-US" sz="4800" dirty="0">
                <a:effectLst/>
                <a:latin typeface="Calibri" panose="020F0502020204030204" pitchFamily="34" charset="0"/>
                <a:ea typeface="Calibri" panose="020F0502020204030204" pitchFamily="34" charset="0"/>
                <a:cs typeface="Mangal" panose="02040503050203030202" pitchFamily="18" charset="0"/>
              </a:rPr>
              <a:t>student of M.sc-IT has satisfactorily completed the</a:t>
            </a:r>
          </a:p>
          <a:p>
            <a:pPr marL="0" indent="0">
              <a:buNone/>
            </a:pPr>
            <a:r>
              <a:rPr lang="en-US" sz="4800" dirty="0">
                <a:effectLst/>
                <a:latin typeface="Calibri" panose="020F0502020204030204" pitchFamily="34" charset="0"/>
                <a:ea typeface="Calibri" panose="020F0502020204030204" pitchFamily="34" charset="0"/>
                <a:cs typeface="Mangal" panose="02040503050203030202" pitchFamily="18" charset="0"/>
              </a:rPr>
              <a:t> Major Project on </a:t>
            </a:r>
            <a:r>
              <a:rPr lang="en-US" sz="4800" b="1" dirty="0">
                <a:effectLst/>
                <a:latin typeface="Calibri" panose="020F0502020204030204" pitchFamily="34" charset="0"/>
                <a:ea typeface="Calibri" panose="020F0502020204030204" pitchFamily="34" charset="0"/>
                <a:cs typeface="Mangal" panose="02040503050203030202" pitchFamily="18" charset="0"/>
              </a:rPr>
              <a:t>“</a:t>
            </a:r>
            <a:r>
              <a:rPr lang="en-US" sz="4800" b="1" dirty="0">
                <a:latin typeface="Calibri" panose="020F0502020204030204" pitchFamily="34" charset="0"/>
                <a:ea typeface="Calibri" panose="020F0502020204030204" pitchFamily="34" charset="0"/>
                <a:cs typeface="Mangal" panose="02040503050203030202" pitchFamily="18" charset="0"/>
              </a:rPr>
              <a:t>AI-</a:t>
            </a:r>
            <a:r>
              <a:rPr lang="en-US" sz="4800" b="1" dirty="0" err="1">
                <a:latin typeface="Calibri" panose="020F0502020204030204" pitchFamily="34" charset="0"/>
                <a:ea typeface="Calibri" panose="020F0502020204030204" pitchFamily="34" charset="0"/>
                <a:cs typeface="Mangal" panose="02040503050203030202" pitchFamily="18" charset="0"/>
              </a:rPr>
              <a:t>Powerd</a:t>
            </a:r>
            <a:r>
              <a:rPr lang="en-US" sz="4800" b="1" dirty="0">
                <a:latin typeface="Calibri" panose="020F0502020204030204" pitchFamily="34" charset="0"/>
                <a:ea typeface="Calibri" panose="020F0502020204030204" pitchFamily="34" charset="0"/>
                <a:cs typeface="Mangal" panose="02040503050203030202" pitchFamily="18" charset="0"/>
              </a:rPr>
              <a:t> Mental Health </a:t>
            </a:r>
            <a:r>
              <a:rPr lang="en-US" sz="4800" b="1" dirty="0" err="1">
                <a:latin typeface="Calibri" panose="020F0502020204030204" pitchFamily="34" charset="0"/>
                <a:ea typeface="Calibri" panose="020F0502020204030204" pitchFamily="34" charset="0"/>
                <a:cs typeface="Mangal" panose="02040503050203030202" pitchFamily="18" charset="0"/>
              </a:rPr>
              <a:t>Moniting</a:t>
            </a:r>
            <a:r>
              <a:rPr lang="en-US" sz="4800" b="1" dirty="0">
                <a:latin typeface="Calibri" panose="020F0502020204030204" pitchFamily="34" charset="0"/>
                <a:ea typeface="Calibri" panose="020F0502020204030204" pitchFamily="34" charset="0"/>
                <a:cs typeface="Mangal" panose="02040503050203030202" pitchFamily="18" charset="0"/>
              </a:rPr>
              <a:t> System</a:t>
            </a:r>
            <a:r>
              <a:rPr lang="en-US" sz="4800" b="1" dirty="0">
                <a:effectLst/>
                <a:latin typeface="Calibri" panose="020F0502020204030204" pitchFamily="34" charset="0"/>
                <a:ea typeface="Calibri" panose="020F0502020204030204" pitchFamily="34" charset="0"/>
                <a:cs typeface="Mangal" panose="02040503050203030202" pitchFamily="18" charset="0"/>
              </a:rPr>
              <a:t>”</a:t>
            </a:r>
            <a:r>
              <a:rPr lang="en-US" sz="4800" dirty="0">
                <a:effectLst/>
                <a:latin typeface="Calibri" panose="020F0502020204030204" pitchFamily="34" charset="0"/>
                <a:ea typeface="Calibri" panose="020F0502020204030204" pitchFamily="34" charset="0"/>
                <a:cs typeface="Mangal" panose="02040503050203030202" pitchFamily="18" charset="0"/>
              </a:rPr>
              <a:t> at </a:t>
            </a:r>
            <a:r>
              <a:rPr lang="en-US" sz="4800" b="1" dirty="0" err="1">
                <a:latin typeface="Calibri" panose="020F0502020204030204" pitchFamily="34" charset="0"/>
                <a:ea typeface="Calibri" panose="020F0502020204030204" pitchFamily="34" charset="0"/>
                <a:cs typeface="Mangal" panose="02040503050203030202" pitchFamily="18" charset="0"/>
              </a:rPr>
              <a:t>Acciojob</a:t>
            </a:r>
            <a:r>
              <a:rPr lang="en-US" sz="4800" dirty="0">
                <a:effectLst/>
                <a:latin typeface="Calibri" panose="020F0502020204030204" pitchFamily="34" charset="0"/>
                <a:ea typeface="Calibri" panose="020F0502020204030204" pitchFamily="34" charset="0"/>
                <a:cs typeface="Mangal" panose="02040503050203030202" pitchFamily="18" charset="0"/>
              </a:rPr>
              <a:t> as fulfillment of M.sc-IT Semester IV.</a:t>
            </a:r>
            <a:endParaRPr lang="en-IN" sz="4800" dirty="0">
              <a:effectLst/>
              <a:latin typeface="Calibri" panose="020F0502020204030204" pitchFamily="34" charset="0"/>
              <a:ea typeface="Calibri" panose="020F0502020204030204" pitchFamily="34" charset="0"/>
              <a:cs typeface="Mangal" panose="02040503050203030202" pitchFamily="18" charset="0"/>
            </a:endParaRPr>
          </a:p>
          <a:p>
            <a:pPr algn="ctr">
              <a:lnSpc>
                <a:spcPct val="115000"/>
              </a:lnSpc>
              <a:spcAft>
                <a:spcPts val="1000"/>
              </a:spcAft>
              <a:buNone/>
            </a:pPr>
            <a:r>
              <a:rPr lang="en-US" sz="4800" b="1" dirty="0">
                <a:effectLst/>
                <a:latin typeface="Calibri" panose="020F0502020204030204" pitchFamily="34" charset="0"/>
                <a:ea typeface="Calibri" panose="020F0502020204030204" pitchFamily="34" charset="0"/>
                <a:cs typeface="Mangal" panose="02040503050203030202" pitchFamily="18" charset="0"/>
              </a:rPr>
              <a:t> </a:t>
            </a:r>
            <a:endParaRPr lang="en-IN" sz="4800" dirty="0">
              <a:effectLst/>
              <a:latin typeface="Calibri" panose="020F0502020204030204" pitchFamily="34" charset="0"/>
              <a:ea typeface="Calibri" panose="020F0502020204030204" pitchFamily="34" charset="0"/>
              <a:cs typeface="Mangal" panose="02040503050203030202" pitchFamily="18" charset="0"/>
            </a:endParaRPr>
          </a:p>
          <a:p>
            <a:pPr>
              <a:buNone/>
            </a:pPr>
            <a:r>
              <a:rPr lang="en-US" sz="4800" dirty="0">
                <a:effectLst/>
                <a:latin typeface="Calibri" panose="020F0502020204030204" pitchFamily="34" charset="0"/>
                <a:ea typeface="Calibri" panose="020F0502020204030204" pitchFamily="34" charset="0"/>
                <a:cs typeface="Mangal" panose="02040503050203030202" pitchFamily="18" charset="0"/>
              </a:rPr>
              <a:t>Seat No. _______________                                                                                        Date of Submission: ____________</a:t>
            </a:r>
          </a:p>
          <a:p>
            <a:pPr>
              <a:buNone/>
            </a:pPr>
            <a:endParaRPr lang="en-US" sz="4800" dirty="0">
              <a:latin typeface="Calibri" panose="020F0502020204030204" pitchFamily="34" charset="0"/>
              <a:ea typeface="Calibri" panose="020F0502020204030204" pitchFamily="34" charset="0"/>
              <a:cs typeface="Mangal" panose="02040503050203030202" pitchFamily="18" charset="0"/>
            </a:endParaRPr>
          </a:p>
          <a:p>
            <a:pPr algn="just">
              <a:buNone/>
            </a:pPr>
            <a:r>
              <a:rPr lang="en-US" sz="4800" dirty="0">
                <a:effectLst/>
                <a:latin typeface="Calibri" panose="020F0502020204030204" pitchFamily="34" charset="0"/>
                <a:ea typeface="Calibri" panose="020F0502020204030204" pitchFamily="34" charset="0"/>
                <a:cs typeface="Mangal" panose="02040503050203030202" pitchFamily="18" charset="0"/>
              </a:rPr>
              <a:t>_______________		         _______________	                                                 ___________                    </a:t>
            </a:r>
            <a:endParaRPr lang="en-IN" sz="4800" dirty="0">
              <a:effectLst/>
              <a:latin typeface="Calibri" panose="020F0502020204030204" pitchFamily="34" charset="0"/>
              <a:ea typeface="Calibri" panose="020F0502020204030204" pitchFamily="34" charset="0"/>
              <a:cs typeface="Mangal" panose="02040503050203030202" pitchFamily="18" charset="0"/>
            </a:endParaRPr>
          </a:p>
          <a:p>
            <a:pPr>
              <a:buNone/>
            </a:pPr>
            <a:r>
              <a:rPr lang="en-US" sz="4800" dirty="0">
                <a:effectLst/>
                <a:latin typeface="Calibri" panose="020F0502020204030204" pitchFamily="34" charset="0"/>
                <a:ea typeface="Calibri" panose="020F0502020204030204" pitchFamily="34" charset="0"/>
                <a:cs typeface="Mangal" panose="02040503050203030202" pitchFamily="18" charset="0"/>
              </a:rPr>
              <a:t>      Internal Guide</a:t>
            </a:r>
            <a:r>
              <a:rPr lang="en-US" sz="4800" dirty="0">
                <a:latin typeface="Calibri" panose="020F0502020204030204" pitchFamily="34" charset="0"/>
                <a:ea typeface="Calibri" panose="020F0502020204030204" pitchFamily="34" charset="0"/>
                <a:cs typeface="Mangal" panose="02040503050203030202" pitchFamily="18" charset="0"/>
              </a:rPr>
              <a:t>                                                        </a:t>
            </a:r>
            <a:r>
              <a:rPr lang="en-US" sz="4800" dirty="0">
                <a:effectLst/>
                <a:latin typeface="Calibri" panose="020F0502020204030204" pitchFamily="34" charset="0"/>
                <a:ea typeface="Calibri" panose="020F0502020204030204" pitchFamily="34" charset="0"/>
                <a:cs typeface="Mangal" panose="02040503050203030202" pitchFamily="18" charset="0"/>
              </a:rPr>
              <a:t>Project Coordinator	                                          Director - MCA</a:t>
            </a:r>
            <a:endParaRPr lang="en-IN" sz="4800" dirty="0">
              <a:effectLst/>
              <a:latin typeface="Calibri" panose="020F0502020204030204" pitchFamily="34" charset="0"/>
              <a:ea typeface="Calibri" panose="020F0502020204030204" pitchFamily="34" charset="0"/>
              <a:cs typeface="Mangal" panose="02040503050203030202" pitchFamily="18" charset="0"/>
            </a:endParaRPr>
          </a:p>
          <a:p>
            <a:pPr>
              <a:buNone/>
            </a:pPr>
            <a:endParaRPr lang="en-IN" sz="4800" dirty="0"/>
          </a:p>
          <a:p>
            <a:endParaRPr lang="en-IN" sz="4800" dirty="0"/>
          </a:p>
          <a:p>
            <a:pPr algn="ctr">
              <a:lnSpc>
                <a:spcPct val="115000"/>
              </a:lnSpc>
              <a:spcAft>
                <a:spcPts val="1000"/>
              </a:spcAft>
              <a:buNone/>
            </a:pPr>
            <a:r>
              <a:rPr lang="en-US" sz="4800" b="1" dirty="0">
                <a:effectLst/>
                <a:latin typeface="Calibri" panose="020F0502020204030204" pitchFamily="34" charset="0"/>
                <a:ea typeface="Calibri" panose="020F0502020204030204" pitchFamily="34" charset="0"/>
                <a:cs typeface="Mangal" panose="02040503050203030202" pitchFamily="18" charset="0"/>
              </a:rPr>
              <a:t>Department of MCA</a:t>
            </a:r>
            <a:endParaRPr lang="en-IN" sz="4800" dirty="0">
              <a:latin typeface="Calibri" panose="020F0502020204030204" pitchFamily="34" charset="0"/>
              <a:ea typeface="Calibri" panose="020F0502020204030204" pitchFamily="34" charset="0"/>
              <a:cs typeface="Mangal" panose="02040503050203030202" pitchFamily="18" charset="0"/>
            </a:endParaRPr>
          </a:p>
          <a:p>
            <a:pPr algn="ctr">
              <a:lnSpc>
                <a:spcPct val="115000"/>
              </a:lnSpc>
              <a:spcAft>
                <a:spcPts val="1000"/>
              </a:spcAft>
              <a:buNone/>
            </a:pPr>
            <a:r>
              <a:rPr lang="en-US" sz="4800" b="1" dirty="0">
                <a:effectLst/>
                <a:latin typeface="Calibri" panose="020F0502020204030204" pitchFamily="34" charset="0"/>
                <a:ea typeface="Calibri" panose="020F0502020204030204" pitchFamily="34" charset="0"/>
                <a:cs typeface="Mangal" panose="02040503050203030202" pitchFamily="18" charset="0"/>
              </a:rPr>
              <a:t>Faculty of IT &amp; Computer Science</a:t>
            </a:r>
          </a:p>
          <a:p>
            <a:pPr algn="ctr">
              <a:lnSpc>
                <a:spcPct val="115000"/>
              </a:lnSpc>
              <a:spcAft>
                <a:spcPts val="1000"/>
              </a:spcAft>
              <a:buNone/>
            </a:pPr>
            <a:r>
              <a:rPr lang="en-US" sz="4800" b="1" dirty="0">
                <a:effectLst/>
                <a:latin typeface="Calibri" panose="020F0502020204030204" pitchFamily="34" charset="0"/>
                <a:ea typeface="Calibri" panose="020F0502020204030204" pitchFamily="34" charset="0"/>
                <a:cs typeface="Mangal" panose="02040503050203030202" pitchFamily="18" charset="0"/>
              </a:rPr>
              <a:t> Parul University, Vadodara</a:t>
            </a:r>
            <a:endParaRPr lang="en-IN" sz="4800" dirty="0">
              <a:effectLst/>
              <a:latin typeface="Calibri" panose="020F0502020204030204" pitchFamily="34" charset="0"/>
              <a:ea typeface="Calibri" panose="020F0502020204030204" pitchFamily="34" charset="0"/>
              <a:cs typeface="Mangal" panose="02040503050203030202" pitchFamily="18" charset="0"/>
            </a:endParaRPr>
          </a:p>
          <a:p>
            <a:pPr lvl="8"/>
            <a:endParaRPr lang="en-IN" sz="4800" dirty="0"/>
          </a:p>
        </p:txBody>
      </p:sp>
      <p:sp>
        <p:nvSpPr>
          <p:cNvPr id="4" name="Date Placeholder 3">
            <a:extLst>
              <a:ext uri="{FF2B5EF4-FFF2-40B4-BE49-F238E27FC236}">
                <a16:creationId xmlns:a16="http://schemas.microsoft.com/office/drawing/2014/main" id="{433E8E9B-D309-8B75-6DE8-E40C923EC668}"/>
              </a:ext>
            </a:extLst>
          </p:cNvPr>
          <p:cNvSpPr>
            <a:spLocks noGrp="1"/>
          </p:cNvSpPr>
          <p:nvPr>
            <p:ph type="dt" sz="half" idx="10"/>
          </p:nvPr>
        </p:nvSpPr>
        <p:spPr/>
        <p:txBody>
          <a:bodyPr/>
          <a:lstStyle/>
          <a:p>
            <a:fld id="{CC4259E7-CD74-4F49-A1C0-1C460F426EA6}" type="datetime1">
              <a:rPr lang="en-US" smtClean="0"/>
              <a:pPr/>
              <a:t>3/28/2025</a:t>
            </a:fld>
            <a:endParaRPr lang="en-US"/>
          </a:p>
        </p:txBody>
      </p:sp>
      <p:sp>
        <p:nvSpPr>
          <p:cNvPr id="5" name="Footer Placeholder 4">
            <a:extLst>
              <a:ext uri="{FF2B5EF4-FFF2-40B4-BE49-F238E27FC236}">
                <a16:creationId xmlns:a16="http://schemas.microsoft.com/office/drawing/2014/main" id="{FC7353C5-B10E-313B-FF02-D454FF3911E0}"/>
              </a:ext>
            </a:extLst>
          </p:cNvPr>
          <p:cNvSpPr>
            <a:spLocks noGrp="1"/>
          </p:cNvSpPr>
          <p:nvPr>
            <p:ph type="ftr" sz="quarter" idx="11"/>
          </p:nvPr>
        </p:nvSpPr>
        <p:spPr>
          <a:xfrm>
            <a:off x="2764639" y="6478639"/>
            <a:ext cx="3617103" cy="365125"/>
          </a:xfrm>
        </p:spPr>
        <p:txBody>
          <a:bodyPr/>
          <a:lstStyle/>
          <a:p>
            <a:r>
              <a:rPr lang="en-US" dirty="0"/>
              <a:t>AI-Powered Mental Health Monitoring System</a:t>
            </a:r>
          </a:p>
        </p:txBody>
      </p:sp>
      <p:sp>
        <p:nvSpPr>
          <p:cNvPr id="6" name="Slide Number Placeholder 5">
            <a:extLst>
              <a:ext uri="{FF2B5EF4-FFF2-40B4-BE49-F238E27FC236}">
                <a16:creationId xmlns:a16="http://schemas.microsoft.com/office/drawing/2014/main" id="{80C67C98-BE77-FDC0-AC5D-9EDA640C8B11}"/>
              </a:ext>
            </a:extLst>
          </p:cNvPr>
          <p:cNvSpPr>
            <a:spLocks noGrp="1"/>
          </p:cNvSpPr>
          <p:nvPr>
            <p:ph type="sldNum" sz="quarter" idx="12"/>
          </p:nvPr>
        </p:nvSpPr>
        <p:spPr/>
        <p:txBody>
          <a:bodyPr/>
          <a:lstStyle/>
          <a:p>
            <a:fld id="{615D92F5-C6BD-4770-B93B-CCC7110BADD0}" type="slidenum">
              <a:rPr lang="en-US" smtClean="0"/>
              <a:pPr/>
              <a:t>2</a:t>
            </a:fld>
            <a:endParaRPr lang="en-US"/>
          </a:p>
        </p:txBody>
      </p:sp>
      <p:pic>
        <p:nvPicPr>
          <p:cNvPr id="15" name="Picture 14">
            <a:extLst>
              <a:ext uri="{FF2B5EF4-FFF2-40B4-BE49-F238E27FC236}">
                <a16:creationId xmlns:a16="http://schemas.microsoft.com/office/drawing/2014/main" id="{541F9C6B-631C-2F6C-7290-72C2861389D5}"/>
              </a:ext>
            </a:extLst>
          </p:cNvPr>
          <p:cNvPicPr>
            <a:picLocks noChangeAspect="1"/>
          </p:cNvPicPr>
          <p:nvPr/>
        </p:nvPicPr>
        <p:blipFill>
          <a:blip r:embed="rId2"/>
          <a:stretch>
            <a:fillRect/>
          </a:stretch>
        </p:blipFill>
        <p:spPr>
          <a:xfrm>
            <a:off x="3487205" y="1101257"/>
            <a:ext cx="1992671" cy="509120"/>
          </a:xfrm>
          <a:prstGeom prst="rect">
            <a:avLst/>
          </a:prstGeom>
        </p:spPr>
      </p:pic>
    </p:spTree>
    <p:extLst>
      <p:ext uri="{BB962C8B-B14F-4D97-AF65-F5344CB8AC3E}">
        <p14:creationId xmlns:p14="http://schemas.microsoft.com/office/powerpoint/2010/main" val="11774617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About Department</a:t>
            </a:r>
          </a:p>
        </p:txBody>
      </p:sp>
      <p:sp>
        <p:nvSpPr>
          <p:cNvPr id="3" name="Content Placeholder 2"/>
          <p:cNvSpPr>
            <a:spLocks noGrp="1"/>
          </p:cNvSpPr>
          <p:nvPr>
            <p:ph idx="1"/>
          </p:nvPr>
        </p:nvSpPr>
        <p:spPr/>
        <p:txBody>
          <a:bodyPr>
            <a:normAutofit fontScale="55000" lnSpcReduction="20000"/>
          </a:bodyPr>
          <a:lstStyle/>
          <a:p>
            <a:pPr algn="just"/>
            <a:r>
              <a:rPr lang="en-US" b="1" dirty="0">
                <a:latin typeface="Calibri" panose="020F0502020204030204" pitchFamily="34" charset="0"/>
                <a:ea typeface="Calibri" panose="020F0502020204030204" pitchFamily="34" charset="0"/>
                <a:cs typeface="Mangal" panose="02040503050203030202" pitchFamily="18" charset="0"/>
              </a:rPr>
              <a:t>About Department of MCA</a:t>
            </a:r>
            <a:endParaRPr lang="en-IN" dirty="0">
              <a:latin typeface="Calibri" panose="020F0502020204030204" pitchFamily="34" charset="0"/>
              <a:ea typeface="Calibri" panose="020F0502020204030204" pitchFamily="34" charset="0"/>
              <a:cs typeface="Mangal" panose="02040503050203030202" pitchFamily="18" charset="0"/>
            </a:endParaRPr>
          </a:p>
          <a:p>
            <a:pPr algn="just">
              <a:lnSpc>
                <a:spcPct val="150000"/>
              </a:lnSpc>
              <a:spcAft>
                <a:spcPts val="1000"/>
              </a:spcAft>
              <a:buNone/>
            </a:pPr>
            <a:r>
              <a:rPr lang="en-US" dirty="0" err="1">
                <a:latin typeface="Calibri" panose="020F0502020204030204" pitchFamily="34" charset="0"/>
                <a:ea typeface="Calibri" panose="020F0502020204030204" pitchFamily="34" charset="0"/>
                <a:cs typeface="Mangal" panose="02040503050203030202" pitchFamily="18" charset="0"/>
              </a:rPr>
              <a:t>Parul</a:t>
            </a:r>
            <a:r>
              <a:rPr lang="en-US" dirty="0">
                <a:latin typeface="Calibri" panose="020F0502020204030204" pitchFamily="34" charset="0"/>
                <a:ea typeface="Calibri" panose="020F0502020204030204" pitchFamily="34" charset="0"/>
                <a:cs typeface="Mangal" panose="02040503050203030202" pitchFamily="18" charset="0"/>
              </a:rPr>
              <a:t> University is a legitimate university established under Gujarat Private University Act 2009, after legislation passed by the Government of Gujarat on 26</a:t>
            </a:r>
            <a:r>
              <a:rPr lang="en-US" baseline="30000" dirty="0">
                <a:latin typeface="Calibri" panose="020F0502020204030204" pitchFamily="34" charset="0"/>
                <a:ea typeface="Calibri" panose="020F0502020204030204" pitchFamily="34" charset="0"/>
                <a:cs typeface="Mangal" panose="02040503050203030202" pitchFamily="18" charset="0"/>
              </a:rPr>
              <a:t>th</a:t>
            </a:r>
            <a:r>
              <a:rPr lang="en-US" dirty="0">
                <a:latin typeface="Calibri" panose="020F0502020204030204" pitchFamily="34" charset="0"/>
                <a:ea typeface="Calibri" panose="020F0502020204030204" pitchFamily="34" charset="0"/>
                <a:cs typeface="Mangal" panose="02040503050203030202" pitchFamily="18" charset="0"/>
              </a:rPr>
              <a:t> March 2015 giving University status to </a:t>
            </a:r>
            <a:r>
              <a:rPr lang="en-US" dirty="0" err="1">
                <a:latin typeface="Calibri" panose="020F0502020204030204" pitchFamily="34" charset="0"/>
                <a:ea typeface="Calibri" panose="020F0502020204030204" pitchFamily="34" charset="0"/>
                <a:cs typeface="Mangal" panose="02040503050203030202" pitchFamily="18" charset="0"/>
              </a:rPr>
              <a:t>Parul</a:t>
            </a:r>
            <a:r>
              <a:rPr lang="en-US" dirty="0">
                <a:latin typeface="Calibri" panose="020F0502020204030204" pitchFamily="34" charset="0"/>
                <a:ea typeface="Calibri" panose="020F0502020204030204" pitchFamily="34" charset="0"/>
                <a:cs typeface="Mangal" panose="02040503050203030202" pitchFamily="18" charset="0"/>
              </a:rPr>
              <a:t> Group of Institutes functioning under the aegis of </a:t>
            </a:r>
            <a:r>
              <a:rPr lang="en-US" dirty="0" err="1">
                <a:latin typeface="Calibri" panose="020F0502020204030204" pitchFamily="34" charset="0"/>
                <a:ea typeface="Calibri" panose="020F0502020204030204" pitchFamily="34" charset="0"/>
                <a:cs typeface="Mangal" panose="02040503050203030202" pitchFamily="18" charset="0"/>
              </a:rPr>
              <a:t>Parul</a:t>
            </a:r>
            <a:r>
              <a:rPr lang="en-US" dirty="0">
                <a:latin typeface="Calibri" panose="020F0502020204030204" pitchFamily="34" charset="0"/>
                <a:ea typeface="Calibri" panose="020F0502020204030204" pitchFamily="34" charset="0"/>
                <a:cs typeface="Mangal" panose="02040503050203030202" pitchFamily="18" charset="0"/>
              </a:rPr>
              <a:t> </a:t>
            </a:r>
            <a:r>
              <a:rPr lang="en-US" dirty="0" err="1">
                <a:latin typeface="Calibri" panose="020F0502020204030204" pitchFamily="34" charset="0"/>
                <a:ea typeface="Calibri" panose="020F0502020204030204" pitchFamily="34" charset="0"/>
                <a:cs typeface="Mangal" panose="02040503050203030202" pitchFamily="18" charset="0"/>
              </a:rPr>
              <a:t>Arogya</a:t>
            </a:r>
            <a:r>
              <a:rPr lang="en-US" dirty="0">
                <a:latin typeface="Calibri" panose="020F0502020204030204" pitchFamily="34" charset="0"/>
                <a:ea typeface="Calibri" panose="020F0502020204030204" pitchFamily="34" charset="0"/>
                <a:cs typeface="Mangal" panose="02040503050203030202" pitchFamily="18" charset="0"/>
              </a:rPr>
              <a:t> </a:t>
            </a:r>
            <a:r>
              <a:rPr lang="en-US" dirty="0" err="1">
                <a:latin typeface="Calibri" panose="020F0502020204030204" pitchFamily="34" charset="0"/>
                <a:ea typeface="Calibri" panose="020F0502020204030204" pitchFamily="34" charset="0"/>
                <a:cs typeface="Mangal" panose="02040503050203030202" pitchFamily="18" charset="0"/>
              </a:rPr>
              <a:t>Seva</a:t>
            </a:r>
            <a:r>
              <a:rPr lang="en-US" dirty="0">
                <a:latin typeface="Calibri" panose="020F0502020204030204" pitchFamily="34" charset="0"/>
                <a:ea typeface="Calibri" panose="020F0502020204030204" pitchFamily="34" charset="0"/>
                <a:cs typeface="Mangal" panose="02040503050203030202" pitchFamily="18" charset="0"/>
              </a:rPr>
              <a:t> Mandal Trust.</a:t>
            </a:r>
          </a:p>
          <a:p>
            <a:pPr algn="just">
              <a:lnSpc>
                <a:spcPct val="150000"/>
              </a:lnSpc>
              <a:spcAft>
                <a:spcPts val="1000"/>
              </a:spcAft>
              <a:buNone/>
            </a:pPr>
            <a:r>
              <a:rPr lang="en-US" dirty="0">
                <a:latin typeface="Calibri" panose="020F0502020204030204" pitchFamily="34" charset="0"/>
                <a:ea typeface="Calibri" panose="020F0502020204030204" pitchFamily="34" charset="0"/>
                <a:cs typeface="Mangal" panose="02040503050203030202" pitchFamily="18" charset="0"/>
              </a:rPr>
              <a:t>Faculty of IT and Computer Science, </a:t>
            </a:r>
            <a:r>
              <a:rPr lang="en-US" dirty="0" err="1">
                <a:latin typeface="Calibri" panose="020F0502020204030204" pitchFamily="34" charset="0"/>
                <a:ea typeface="Calibri" panose="020F0502020204030204" pitchFamily="34" charset="0"/>
                <a:cs typeface="Mangal" panose="02040503050203030202" pitchFamily="18" charset="0"/>
              </a:rPr>
              <a:t>Parul</a:t>
            </a:r>
            <a:r>
              <a:rPr lang="en-US" dirty="0">
                <a:latin typeface="Calibri" panose="020F0502020204030204" pitchFamily="34" charset="0"/>
                <a:ea typeface="Calibri" panose="020F0502020204030204" pitchFamily="34" charset="0"/>
                <a:cs typeface="Mangal" panose="02040503050203030202" pitchFamily="18" charset="0"/>
              </a:rPr>
              <a:t> University has materialized as one of the prime IT education providers at global level. Various departments under Faculty of IT and Computer Science strive in preparing IT-industry ready professionals by means of various skill development courses, vocational courses, co-curricular &amp; extra-curricular activities, industry visits and expert lectures.</a:t>
            </a:r>
          </a:p>
          <a:p>
            <a:pPr algn="just">
              <a:lnSpc>
                <a:spcPct val="150000"/>
              </a:lnSpc>
              <a:spcAft>
                <a:spcPts val="1000"/>
              </a:spcAft>
              <a:buNone/>
            </a:pPr>
            <a:r>
              <a:rPr lang="en-US" dirty="0">
                <a:latin typeface="Calibri" panose="020F0502020204030204" pitchFamily="34" charset="0"/>
                <a:ea typeface="Calibri" panose="020F0502020204030204" pitchFamily="34" charset="0"/>
                <a:cs typeface="Mangal" panose="02040503050203030202" pitchFamily="18" charset="0"/>
              </a:rPr>
              <a:t>The Department of Master of Computer Application at </a:t>
            </a:r>
            <a:r>
              <a:rPr lang="en-US" dirty="0" err="1">
                <a:latin typeface="Calibri" panose="020F0502020204030204" pitchFamily="34" charset="0"/>
                <a:ea typeface="Calibri" panose="020F0502020204030204" pitchFamily="34" charset="0"/>
                <a:cs typeface="Mangal" panose="02040503050203030202" pitchFamily="18" charset="0"/>
              </a:rPr>
              <a:t>Parul</a:t>
            </a:r>
            <a:r>
              <a:rPr lang="en-US" dirty="0">
                <a:latin typeface="Calibri" panose="020F0502020204030204" pitchFamily="34" charset="0"/>
                <a:ea typeface="Calibri" panose="020F0502020204030204" pitchFamily="34" charset="0"/>
                <a:cs typeface="Mangal" panose="02040503050203030202" pitchFamily="18" charset="0"/>
              </a:rPr>
              <a:t> University emphasizes on building professionals in the domain of computer applications by providing necessary environment by means of facilitating suitable blend of technical and non-technical learning experience. The department cultivates students in various curricular, co-curricular and extra-curricular activities in order to produce future system analysts, system designers, system programmers, application programmers, testing professionals, system managers, project managers, researchers and other leading positions in systems/IT department.</a:t>
            </a:r>
            <a:endParaRPr lang="en-IN" dirty="0">
              <a:latin typeface="Calibri" panose="020F0502020204030204" pitchFamily="34" charset="0"/>
              <a:ea typeface="Calibri" panose="020F0502020204030204" pitchFamily="34" charset="0"/>
              <a:cs typeface="Mangal" panose="02040503050203030202" pitchFamily="18" charset="0"/>
            </a:endParaRPr>
          </a:p>
          <a:p>
            <a:pPr algn="just">
              <a:lnSpc>
                <a:spcPct val="150000"/>
              </a:lnSpc>
              <a:spcAft>
                <a:spcPts val="1000"/>
              </a:spcAft>
              <a:buNone/>
            </a:pPr>
            <a:endParaRPr lang="en-IN" dirty="0">
              <a:latin typeface="Calibri" panose="020F0502020204030204" pitchFamily="34" charset="0"/>
              <a:ea typeface="Calibri" panose="020F0502020204030204" pitchFamily="34" charset="0"/>
              <a:cs typeface="Mangal" panose="02040503050203030202" pitchFamily="18" charset="0"/>
            </a:endParaRPr>
          </a:p>
          <a:p>
            <a:pPr algn="just"/>
            <a:endParaRPr lang="en-IN" dirty="0"/>
          </a:p>
        </p:txBody>
      </p:sp>
      <p:sp>
        <p:nvSpPr>
          <p:cNvPr id="4" name="Date Placeholder 3"/>
          <p:cNvSpPr>
            <a:spLocks noGrp="1"/>
          </p:cNvSpPr>
          <p:nvPr>
            <p:ph type="dt" sz="half" idx="10"/>
          </p:nvPr>
        </p:nvSpPr>
        <p:spPr/>
        <p:txBody>
          <a:bodyPr/>
          <a:lstStyle/>
          <a:p>
            <a:fld id="{CC4259E7-CD74-4F49-A1C0-1C460F426EA6}" type="datetime1">
              <a:rPr lang="en-US" smtClean="0"/>
              <a:pPr/>
              <a:t>3/29/2025</a:t>
            </a:fld>
            <a:endParaRPr lang="en-US"/>
          </a:p>
        </p:txBody>
      </p:sp>
      <p:sp>
        <p:nvSpPr>
          <p:cNvPr id="5" name="Footer Placeholder 4"/>
          <p:cNvSpPr>
            <a:spLocks noGrp="1"/>
          </p:cNvSpPr>
          <p:nvPr>
            <p:ph type="ftr" sz="quarter" idx="11"/>
          </p:nvPr>
        </p:nvSpPr>
        <p:spPr/>
        <p:txBody>
          <a:bodyPr/>
          <a:lstStyle/>
          <a:p>
            <a:r>
              <a:rPr lang="en-US" dirty="0"/>
              <a:t>AI-Powered Mental Health Monitoring System</a:t>
            </a:r>
          </a:p>
          <a:p>
            <a:endParaRPr lang="en-US" dirty="0"/>
          </a:p>
        </p:txBody>
      </p:sp>
      <p:sp>
        <p:nvSpPr>
          <p:cNvPr id="6" name="Slide Number Placeholder 5"/>
          <p:cNvSpPr>
            <a:spLocks noGrp="1"/>
          </p:cNvSpPr>
          <p:nvPr>
            <p:ph type="sldNum" sz="quarter" idx="12"/>
          </p:nvPr>
        </p:nvSpPr>
        <p:spPr/>
        <p:txBody>
          <a:bodyPr/>
          <a:lstStyle/>
          <a:p>
            <a:fld id="{615D92F5-C6BD-4770-B93B-CCC7110BADD0}" type="slidenum">
              <a:rPr lang="en-US" smtClean="0"/>
              <a:pPr/>
              <a:t>3</a:t>
            </a:fld>
            <a:endParaRPr lang="en-US"/>
          </a:p>
        </p:txBody>
      </p:sp>
    </p:spTree>
    <p:extLst>
      <p:ext uri="{BB962C8B-B14F-4D97-AF65-F5344CB8AC3E}">
        <p14:creationId xmlns:p14="http://schemas.microsoft.com/office/powerpoint/2010/main" val="33891591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Index</a:t>
            </a:r>
          </a:p>
        </p:txBody>
      </p:sp>
      <p:sp>
        <p:nvSpPr>
          <p:cNvPr id="4" name="Date Placeholder 3"/>
          <p:cNvSpPr>
            <a:spLocks noGrp="1"/>
          </p:cNvSpPr>
          <p:nvPr>
            <p:ph type="dt" sz="half" idx="10"/>
          </p:nvPr>
        </p:nvSpPr>
        <p:spPr/>
        <p:txBody>
          <a:bodyPr/>
          <a:lstStyle/>
          <a:p>
            <a:fld id="{CC4259E7-CD74-4F49-A1C0-1C460F426EA6}" type="datetime1">
              <a:rPr lang="en-US" smtClean="0"/>
              <a:pPr/>
              <a:t>3/29/2025</a:t>
            </a:fld>
            <a:endParaRPr lang="en-US"/>
          </a:p>
        </p:txBody>
      </p:sp>
      <p:sp>
        <p:nvSpPr>
          <p:cNvPr id="5" name="Footer Placeholder 4"/>
          <p:cNvSpPr>
            <a:spLocks noGrp="1"/>
          </p:cNvSpPr>
          <p:nvPr>
            <p:ph type="ftr" sz="quarter" idx="11"/>
          </p:nvPr>
        </p:nvSpPr>
        <p:spPr/>
        <p:txBody>
          <a:bodyPr/>
          <a:lstStyle/>
          <a:p>
            <a:r>
              <a:rPr lang="en-US" dirty="0"/>
              <a:t>AI-Powered Mental Health Monitoring System</a:t>
            </a:r>
          </a:p>
          <a:p>
            <a:endParaRPr lang="en-US" dirty="0"/>
          </a:p>
        </p:txBody>
      </p:sp>
      <p:sp>
        <p:nvSpPr>
          <p:cNvPr id="6" name="Slide Number Placeholder 5"/>
          <p:cNvSpPr>
            <a:spLocks noGrp="1"/>
          </p:cNvSpPr>
          <p:nvPr>
            <p:ph type="sldNum" sz="quarter" idx="12"/>
          </p:nvPr>
        </p:nvSpPr>
        <p:spPr/>
        <p:txBody>
          <a:bodyPr/>
          <a:lstStyle/>
          <a:p>
            <a:fld id="{615D92F5-C6BD-4770-B93B-CCC7110BADD0}" type="slidenum">
              <a:rPr lang="en-US" smtClean="0"/>
              <a:pPr/>
              <a:t>4</a:t>
            </a:fld>
            <a:endParaRPr lang="en-US"/>
          </a:p>
        </p:txBody>
      </p:sp>
      <p:sp>
        <p:nvSpPr>
          <p:cNvPr id="8" name="Content Placeholder 7"/>
          <p:cNvSpPr>
            <a:spLocks noGrp="1"/>
          </p:cNvSpPr>
          <p:nvPr>
            <p:ph idx="1"/>
          </p:nvPr>
        </p:nvSpPr>
        <p:spPr/>
        <p:txBody>
          <a:bodyPr>
            <a:normAutofit fontScale="70000" lnSpcReduction="20000"/>
          </a:bodyPr>
          <a:lstStyle/>
          <a:p>
            <a:pPr algn="just"/>
            <a:r>
              <a:rPr lang="en-US" dirty="0"/>
              <a:t>1. Home Slide</a:t>
            </a:r>
          </a:p>
          <a:p>
            <a:pPr algn="just"/>
            <a:r>
              <a:rPr lang="en-US" dirty="0"/>
              <a:t>2. Certificate</a:t>
            </a:r>
          </a:p>
          <a:p>
            <a:pPr algn="just"/>
            <a:r>
              <a:rPr lang="en-US" dirty="0"/>
              <a:t>3. Index</a:t>
            </a:r>
          </a:p>
          <a:p>
            <a:pPr algn="just"/>
            <a:r>
              <a:rPr lang="en-US" dirty="0"/>
              <a:t>4. About Department of MCA</a:t>
            </a:r>
          </a:p>
          <a:p>
            <a:pPr algn="just"/>
            <a:r>
              <a:rPr lang="en-US" dirty="0"/>
              <a:t>5. Project Profile</a:t>
            </a:r>
          </a:p>
          <a:p>
            <a:pPr algn="just"/>
            <a:r>
              <a:rPr lang="en-US" dirty="0"/>
              <a:t>6. Requirement Analysis</a:t>
            </a:r>
          </a:p>
          <a:p>
            <a:pPr algn="just"/>
            <a:r>
              <a:rPr lang="en-US" dirty="0"/>
              <a:t>7. Design</a:t>
            </a:r>
          </a:p>
          <a:p>
            <a:pPr algn="just"/>
            <a:r>
              <a:rPr lang="en-US" dirty="0"/>
              <a:t>8. Implementation</a:t>
            </a:r>
          </a:p>
          <a:p>
            <a:pPr algn="just"/>
            <a:r>
              <a:rPr lang="en-US" dirty="0"/>
              <a:t>9. Testing</a:t>
            </a:r>
          </a:p>
          <a:p>
            <a:pPr algn="just"/>
            <a:r>
              <a:rPr lang="en-US" dirty="0"/>
              <a:t>10. Future Enhancement</a:t>
            </a:r>
          </a:p>
          <a:p>
            <a:pPr algn="just"/>
            <a:r>
              <a:rPr lang="en-US" dirty="0"/>
              <a:t>11. Bibliography</a:t>
            </a:r>
          </a:p>
          <a:p>
            <a:pPr algn="just"/>
            <a:r>
              <a:rPr lang="en-US" dirty="0"/>
              <a:t>12. Thank You Slide</a:t>
            </a:r>
          </a:p>
        </p:txBody>
      </p:sp>
    </p:spTree>
    <p:extLst>
      <p:ext uri="{BB962C8B-B14F-4D97-AF65-F5344CB8AC3E}">
        <p14:creationId xmlns:p14="http://schemas.microsoft.com/office/powerpoint/2010/main" val="7858461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Profile</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485070073"/>
              </p:ext>
            </p:extLst>
          </p:nvPr>
        </p:nvGraphicFramePr>
        <p:xfrm>
          <a:off x="822325" y="1846263"/>
          <a:ext cx="7543800" cy="4022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p:cNvSpPr>
            <a:spLocks noGrp="1"/>
          </p:cNvSpPr>
          <p:nvPr>
            <p:ph type="dt" sz="half" idx="10"/>
          </p:nvPr>
        </p:nvSpPr>
        <p:spPr/>
        <p:txBody>
          <a:bodyPr/>
          <a:lstStyle/>
          <a:p>
            <a:fld id="{CC4259E7-CD74-4F49-A1C0-1C460F426EA6}" type="datetime1">
              <a:rPr lang="en-US" smtClean="0"/>
              <a:pPr/>
              <a:t>3/29/2025</a:t>
            </a:fld>
            <a:endParaRPr lang="en-US"/>
          </a:p>
        </p:txBody>
      </p:sp>
      <p:sp>
        <p:nvSpPr>
          <p:cNvPr id="5" name="Footer Placeholder 4"/>
          <p:cNvSpPr>
            <a:spLocks noGrp="1"/>
          </p:cNvSpPr>
          <p:nvPr>
            <p:ph type="ftr" sz="quarter" idx="11"/>
          </p:nvPr>
        </p:nvSpPr>
        <p:spPr/>
        <p:txBody>
          <a:bodyPr/>
          <a:lstStyle/>
          <a:p>
            <a:r>
              <a:rPr lang="en-US" dirty="0"/>
              <a:t>AI-Powered Mental Health Monitoring System</a:t>
            </a:r>
          </a:p>
          <a:p>
            <a:endParaRPr lang="en-US" dirty="0"/>
          </a:p>
        </p:txBody>
      </p:sp>
      <p:sp>
        <p:nvSpPr>
          <p:cNvPr id="6" name="Slide Number Placeholder 5"/>
          <p:cNvSpPr>
            <a:spLocks noGrp="1"/>
          </p:cNvSpPr>
          <p:nvPr>
            <p:ph type="sldNum" sz="quarter" idx="12"/>
          </p:nvPr>
        </p:nvSpPr>
        <p:spPr/>
        <p:txBody>
          <a:bodyPr/>
          <a:lstStyle/>
          <a:p>
            <a:fld id="{615D92F5-C6BD-4770-B93B-CCC7110BADD0}" type="slidenum">
              <a:rPr lang="en-US" smtClean="0"/>
              <a:pPr/>
              <a:t>5</a:t>
            </a:fld>
            <a:endParaRPr lang="en-US"/>
          </a:p>
        </p:txBody>
      </p:sp>
    </p:spTree>
    <p:extLst>
      <p:ext uri="{BB962C8B-B14F-4D97-AF65-F5344CB8AC3E}">
        <p14:creationId xmlns:p14="http://schemas.microsoft.com/office/powerpoint/2010/main" val="26145593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 Analysis</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3065705877"/>
              </p:ext>
            </p:extLst>
          </p:nvPr>
        </p:nvGraphicFramePr>
        <p:xfrm>
          <a:off x="822325" y="1846263"/>
          <a:ext cx="7543800" cy="4022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p:cNvSpPr>
            <a:spLocks noGrp="1"/>
          </p:cNvSpPr>
          <p:nvPr>
            <p:ph type="dt" sz="half" idx="10"/>
          </p:nvPr>
        </p:nvSpPr>
        <p:spPr/>
        <p:txBody>
          <a:bodyPr/>
          <a:lstStyle/>
          <a:p>
            <a:fld id="{CC4259E7-CD74-4F49-A1C0-1C460F426EA6}" type="datetime1">
              <a:rPr lang="en-US" smtClean="0"/>
              <a:pPr/>
              <a:t>3/29/2025</a:t>
            </a:fld>
            <a:endParaRPr lang="en-US"/>
          </a:p>
        </p:txBody>
      </p:sp>
      <p:sp>
        <p:nvSpPr>
          <p:cNvPr id="5" name="Footer Placeholder 4"/>
          <p:cNvSpPr>
            <a:spLocks noGrp="1"/>
          </p:cNvSpPr>
          <p:nvPr>
            <p:ph type="ftr" sz="quarter" idx="11"/>
          </p:nvPr>
        </p:nvSpPr>
        <p:spPr/>
        <p:txBody>
          <a:bodyPr/>
          <a:lstStyle/>
          <a:p>
            <a:r>
              <a:rPr lang="en-US" dirty="0"/>
              <a:t>AI-Powered Mental Health Monitoring System</a:t>
            </a:r>
          </a:p>
          <a:p>
            <a:endParaRPr lang="en-US" dirty="0"/>
          </a:p>
        </p:txBody>
      </p:sp>
      <p:sp>
        <p:nvSpPr>
          <p:cNvPr id="6" name="Slide Number Placeholder 5"/>
          <p:cNvSpPr>
            <a:spLocks noGrp="1"/>
          </p:cNvSpPr>
          <p:nvPr>
            <p:ph type="sldNum" sz="quarter" idx="12"/>
          </p:nvPr>
        </p:nvSpPr>
        <p:spPr/>
        <p:txBody>
          <a:bodyPr/>
          <a:lstStyle/>
          <a:p>
            <a:fld id="{615D92F5-C6BD-4770-B93B-CCC7110BADD0}" type="slidenum">
              <a:rPr lang="en-US" smtClean="0"/>
              <a:pPr/>
              <a:t>6</a:t>
            </a:fld>
            <a:endParaRPr lang="en-US"/>
          </a:p>
        </p:txBody>
      </p:sp>
    </p:spTree>
    <p:extLst>
      <p:ext uri="{BB962C8B-B14F-4D97-AF65-F5344CB8AC3E}">
        <p14:creationId xmlns:p14="http://schemas.microsoft.com/office/powerpoint/2010/main" val="19113201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lstStyle/>
          <a:p>
            <a:r>
              <a:rPr lang="en-US" dirty="0"/>
              <a:t>Design</a:t>
            </a:r>
          </a:p>
        </p:txBody>
      </p:sp>
      <p:pic>
        <p:nvPicPr>
          <p:cNvPr id="8" name="Content Placeholder 7" descr="A diagram of a cloud&#10;&#10;AI-generated content may be incorrect.">
            <a:extLst>
              <a:ext uri="{FF2B5EF4-FFF2-40B4-BE49-F238E27FC236}">
                <a16:creationId xmlns:a16="http://schemas.microsoft.com/office/drawing/2014/main" id="{C8250862-8AC7-AFF7-F692-A942CBE4605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600450" y="1545996"/>
            <a:ext cx="4868863" cy="384613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Text Placeholder 3"/>
          <p:cNvSpPr>
            <a:spLocks noGrp="1"/>
          </p:cNvSpPr>
          <p:nvPr>
            <p:ph type="body" sz="half" idx="2"/>
          </p:nvPr>
        </p:nvSpPr>
        <p:spPr>
          <a:xfrm>
            <a:off x="342900" y="1964545"/>
            <a:ext cx="2400300" cy="3379124"/>
          </a:xfrm>
        </p:spPr>
        <p:txBody>
          <a:bodyPr>
            <a:normAutofit lnSpcReduction="10000"/>
          </a:bodyPr>
          <a:lstStyle/>
          <a:p>
            <a:r>
              <a:rPr lang="en-US" dirty="0"/>
              <a:t>Frontend using </a:t>
            </a:r>
            <a:r>
              <a:rPr lang="en-US" dirty="0" err="1"/>
              <a:t>Streamlit</a:t>
            </a:r>
            <a:endParaRPr lang="en-US" dirty="0"/>
          </a:p>
          <a:p>
            <a:r>
              <a:rPr lang="en-US" dirty="0"/>
              <a:t>REST APIs using FASTAPI</a:t>
            </a:r>
          </a:p>
          <a:p>
            <a:r>
              <a:rPr lang="en-US" dirty="0" err="1"/>
              <a:t>Supabase</a:t>
            </a:r>
            <a:r>
              <a:rPr lang="en-US" dirty="0"/>
              <a:t> Cloud  Managed</a:t>
            </a:r>
          </a:p>
          <a:p>
            <a:pPr marL="285750" indent="-285750">
              <a:buFontTx/>
              <a:buChar char="-"/>
            </a:pPr>
            <a:r>
              <a:rPr lang="en-US" dirty="0"/>
              <a:t>Identity and Access Management</a:t>
            </a:r>
          </a:p>
          <a:p>
            <a:pPr marL="285750" indent="-285750">
              <a:buFontTx/>
              <a:buChar char="-"/>
            </a:pPr>
            <a:r>
              <a:rPr lang="en-US" dirty="0"/>
              <a:t>Database</a:t>
            </a:r>
          </a:p>
          <a:p>
            <a:pPr marL="285750" indent="-285750">
              <a:buFontTx/>
              <a:buChar char="-"/>
            </a:pPr>
            <a:r>
              <a:rPr lang="en-US" dirty="0"/>
              <a:t>Security Policy</a:t>
            </a:r>
          </a:p>
          <a:p>
            <a:pPr marL="285750" indent="-285750">
              <a:buFontTx/>
              <a:buChar char="-"/>
            </a:pPr>
            <a:r>
              <a:rPr lang="en-US" dirty="0"/>
              <a:t>Email Service</a:t>
            </a:r>
          </a:p>
          <a:p>
            <a:r>
              <a:rPr lang="en-US" dirty="0"/>
              <a:t>Gemini LLM for Text Generation</a:t>
            </a:r>
          </a:p>
        </p:txBody>
      </p:sp>
      <p:sp>
        <p:nvSpPr>
          <p:cNvPr id="5" name="Date Placeholder 4"/>
          <p:cNvSpPr>
            <a:spLocks noGrp="1"/>
          </p:cNvSpPr>
          <p:nvPr>
            <p:ph type="dt" sz="half" idx="10"/>
          </p:nvPr>
        </p:nvSpPr>
        <p:spPr/>
        <p:txBody>
          <a:bodyPr/>
          <a:lstStyle/>
          <a:p>
            <a:fld id="{CD2F42AB-458A-4ED0-9164-B8DDD515C73A}" type="datetime1">
              <a:rPr lang="en-US" smtClean="0"/>
              <a:pPr/>
              <a:t>3/29/2025</a:t>
            </a:fld>
            <a:endParaRPr lang="en-US"/>
          </a:p>
        </p:txBody>
      </p:sp>
      <p:sp>
        <p:nvSpPr>
          <p:cNvPr id="6" name="Footer Placeholder 5"/>
          <p:cNvSpPr>
            <a:spLocks noGrp="1"/>
          </p:cNvSpPr>
          <p:nvPr>
            <p:ph type="ftr" sz="quarter" idx="11"/>
          </p:nvPr>
        </p:nvSpPr>
        <p:spPr/>
        <p:txBody>
          <a:bodyPr/>
          <a:lstStyle/>
          <a:p>
            <a:r>
              <a:rPr lang="en-US" dirty="0"/>
              <a:t>AI-Powered Mental Health Monitoring System</a:t>
            </a:r>
          </a:p>
          <a:p>
            <a:endParaRPr lang="en-US" dirty="0"/>
          </a:p>
        </p:txBody>
      </p:sp>
      <p:sp>
        <p:nvSpPr>
          <p:cNvPr id="7" name="Slide Number Placeholder 6"/>
          <p:cNvSpPr>
            <a:spLocks noGrp="1"/>
          </p:cNvSpPr>
          <p:nvPr>
            <p:ph type="sldNum" sz="quarter" idx="12"/>
          </p:nvPr>
        </p:nvSpPr>
        <p:spPr/>
        <p:txBody>
          <a:bodyPr/>
          <a:lstStyle/>
          <a:p>
            <a:fld id="{615D92F5-C6BD-4770-B93B-CCC7110BADD0}" type="slidenum">
              <a:rPr lang="en-US" smtClean="0"/>
              <a:pPr/>
              <a:t>7</a:t>
            </a:fld>
            <a:endParaRPr lang="en-US"/>
          </a:p>
        </p:txBody>
      </p:sp>
    </p:spTree>
    <p:extLst>
      <p:ext uri="{BB962C8B-B14F-4D97-AF65-F5344CB8AC3E}">
        <p14:creationId xmlns:p14="http://schemas.microsoft.com/office/powerpoint/2010/main" val="9540698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Collection</a:t>
            </a:r>
          </a:p>
        </p:txBody>
      </p:sp>
      <p:sp>
        <p:nvSpPr>
          <p:cNvPr id="4" name="Date Placeholder 3"/>
          <p:cNvSpPr>
            <a:spLocks noGrp="1"/>
          </p:cNvSpPr>
          <p:nvPr>
            <p:ph type="dt" sz="half" idx="10"/>
          </p:nvPr>
        </p:nvSpPr>
        <p:spPr/>
        <p:txBody>
          <a:bodyPr/>
          <a:lstStyle/>
          <a:p>
            <a:fld id="{CC4259E7-CD74-4F49-A1C0-1C460F426EA6}" type="datetime1">
              <a:rPr lang="en-US" smtClean="0"/>
              <a:pPr/>
              <a:t>3/29/2025</a:t>
            </a:fld>
            <a:endParaRPr lang="en-US"/>
          </a:p>
        </p:txBody>
      </p:sp>
      <p:sp>
        <p:nvSpPr>
          <p:cNvPr id="5" name="Footer Placeholder 4"/>
          <p:cNvSpPr>
            <a:spLocks noGrp="1"/>
          </p:cNvSpPr>
          <p:nvPr>
            <p:ph type="ftr" sz="quarter" idx="11"/>
          </p:nvPr>
        </p:nvSpPr>
        <p:spPr/>
        <p:txBody>
          <a:bodyPr/>
          <a:lstStyle/>
          <a:p>
            <a:r>
              <a:rPr lang="en-US" dirty="0"/>
              <a:t>AI-Powered Mental Health Monitoring System</a:t>
            </a:r>
          </a:p>
          <a:p>
            <a:endParaRPr lang="en-US" dirty="0"/>
          </a:p>
        </p:txBody>
      </p:sp>
      <p:sp>
        <p:nvSpPr>
          <p:cNvPr id="6" name="Slide Number Placeholder 5"/>
          <p:cNvSpPr>
            <a:spLocks noGrp="1"/>
          </p:cNvSpPr>
          <p:nvPr>
            <p:ph type="sldNum" sz="quarter" idx="12"/>
          </p:nvPr>
        </p:nvSpPr>
        <p:spPr/>
        <p:txBody>
          <a:bodyPr/>
          <a:lstStyle/>
          <a:p>
            <a:fld id="{615D92F5-C6BD-4770-B93B-CCC7110BADD0}" type="slidenum">
              <a:rPr lang="en-US" smtClean="0"/>
              <a:pPr/>
              <a:t>8</a:t>
            </a:fld>
            <a:endParaRPr lang="en-US"/>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1281305665"/>
              </p:ext>
            </p:extLst>
          </p:nvPr>
        </p:nvGraphicFramePr>
        <p:xfrm>
          <a:off x="822325" y="1846263"/>
          <a:ext cx="7543800" cy="4022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668199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Implementation</a:t>
            </a:r>
          </a:p>
        </p:txBody>
      </p:sp>
      <p:sp>
        <p:nvSpPr>
          <p:cNvPr id="4" name="Date Placeholder 3"/>
          <p:cNvSpPr>
            <a:spLocks noGrp="1"/>
          </p:cNvSpPr>
          <p:nvPr>
            <p:ph type="dt" sz="half" idx="10"/>
          </p:nvPr>
        </p:nvSpPr>
        <p:spPr/>
        <p:txBody>
          <a:bodyPr/>
          <a:lstStyle/>
          <a:p>
            <a:fld id="{CC4259E7-CD74-4F49-A1C0-1C460F426EA6}" type="datetime1">
              <a:rPr lang="en-US" smtClean="0"/>
              <a:pPr/>
              <a:t>3/29/2025</a:t>
            </a:fld>
            <a:endParaRPr lang="en-US"/>
          </a:p>
        </p:txBody>
      </p:sp>
      <p:sp>
        <p:nvSpPr>
          <p:cNvPr id="5" name="Footer Placeholder 4"/>
          <p:cNvSpPr>
            <a:spLocks noGrp="1"/>
          </p:cNvSpPr>
          <p:nvPr>
            <p:ph type="ftr" sz="quarter" idx="11"/>
          </p:nvPr>
        </p:nvSpPr>
        <p:spPr/>
        <p:txBody>
          <a:bodyPr/>
          <a:lstStyle/>
          <a:p>
            <a:r>
              <a:rPr lang="en-US" dirty="0"/>
              <a:t>AI-Powered Mental Health Monitoring System</a:t>
            </a:r>
          </a:p>
          <a:p>
            <a:endParaRPr lang="en-US" dirty="0"/>
          </a:p>
        </p:txBody>
      </p:sp>
      <p:sp>
        <p:nvSpPr>
          <p:cNvPr id="6" name="Slide Number Placeholder 5"/>
          <p:cNvSpPr>
            <a:spLocks noGrp="1"/>
          </p:cNvSpPr>
          <p:nvPr>
            <p:ph type="sldNum" sz="quarter" idx="12"/>
          </p:nvPr>
        </p:nvSpPr>
        <p:spPr/>
        <p:txBody>
          <a:bodyPr/>
          <a:lstStyle/>
          <a:p>
            <a:fld id="{615D92F5-C6BD-4770-B93B-CCC7110BADD0}" type="slidenum">
              <a:rPr lang="en-US" smtClean="0"/>
              <a:pPr/>
              <a:t>9</a:t>
            </a:fld>
            <a:endParaRPr lang="en-US"/>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1709322552"/>
              </p:ext>
            </p:extLst>
          </p:nvPr>
        </p:nvGraphicFramePr>
        <p:xfrm>
          <a:off x="822325" y="1846263"/>
          <a:ext cx="7543800" cy="4022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596902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6D035-6AFB-5F16-C4D9-1C68932A84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12B870-7516-F2F9-35B6-1134D94A5295}"/>
              </a:ext>
            </a:extLst>
          </p:cNvPr>
          <p:cNvSpPr>
            <a:spLocks noGrp="1"/>
          </p:cNvSpPr>
          <p:nvPr>
            <p:ph type="title"/>
          </p:nvPr>
        </p:nvSpPr>
        <p:spPr/>
        <p:txBody>
          <a:bodyPr/>
          <a:lstStyle/>
          <a:p>
            <a:r>
              <a:rPr lang="en-US" dirty="0"/>
              <a:t>Sign Up Page Layout</a:t>
            </a:r>
          </a:p>
        </p:txBody>
      </p:sp>
      <p:sp>
        <p:nvSpPr>
          <p:cNvPr id="4" name="Content Placeholder 3">
            <a:extLst>
              <a:ext uri="{FF2B5EF4-FFF2-40B4-BE49-F238E27FC236}">
                <a16:creationId xmlns:a16="http://schemas.microsoft.com/office/drawing/2014/main" id="{B6219BBD-730E-7E79-AD34-8977C2900769}"/>
              </a:ext>
            </a:extLst>
          </p:cNvPr>
          <p:cNvSpPr>
            <a:spLocks noGrp="1"/>
          </p:cNvSpPr>
          <p:nvPr>
            <p:ph sz="half" idx="2"/>
          </p:nvPr>
        </p:nvSpPr>
        <p:spPr>
          <a:xfrm>
            <a:off x="575036" y="2106877"/>
            <a:ext cx="1951350" cy="4057563"/>
          </a:xfrm>
        </p:spPr>
        <p:txBody>
          <a:bodyPr>
            <a:normAutofit/>
          </a:bodyPr>
          <a:lstStyle/>
          <a:p>
            <a:r>
              <a:rPr lang="en-US" sz="1600" dirty="0"/>
              <a:t>This is the Sign Up page where user will fill details to register to explore the application. After registering, user will be able to login and can start the chat session.</a:t>
            </a:r>
          </a:p>
          <a:p>
            <a:r>
              <a:rPr lang="en-US" sz="1600" dirty="0"/>
              <a:t> </a:t>
            </a:r>
          </a:p>
        </p:txBody>
      </p:sp>
      <p:sp>
        <p:nvSpPr>
          <p:cNvPr id="7" name="Date Placeholder 6">
            <a:extLst>
              <a:ext uri="{FF2B5EF4-FFF2-40B4-BE49-F238E27FC236}">
                <a16:creationId xmlns:a16="http://schemas.microsoft.com/office/drawing/2014/main" id="{12565382-054B-D064-CB54-86E9D89BFA7E}"/>
              </a:ext>
            </a:extLst>
          </p:cNvPr>
          <p:cNvSpPr>
            <a:spLocks noGrp="1"/>
          </p:cNvSpPr>
          <p:nvPr>
            <p:ph type="dt" sz="half" idx="10"/>
          </p:nvPr>
        </p:nvSpPr>
        <p:spPr/>
        <p:txBody>
          <a:bodyPr/>
          <a:lstStyle/>
          <a:p>
            <a:fld id="{99BCA003-32EA-46B7-9B72-DF506990628E}" type="datetime1">
              <a:rPr lang="en-US" smtClean="0"/>
              <a:pPr/>
              <a:t>3/29/2025</a:t>
            </a:fld>
            <a:endParaRPr lang="en-US"/>
          </a:p>
        </p:txBody>
      </p:sp>
      <p:sp>
        <p:nvSpPr>
          <p:cNvPr id="8" name="Footer Placeholder 7">
            <a:extLst>
              <a:ext uri="{FF2B5EF4-FFF2-40B4-BE49-F238E27FC236}">
                <a16:creationId xmlns:a16="http://schemas.microsoft.com/office/drawing/2014/main" id="{599CBA63-FE3D-8F48-06D9-D82C46DEFBD0}"/>
              </a:ext>
            </a:extLst>
          </p:cNvPr>
          <p:cNvSpPr>
            <a:spLocks noGrp="1"/>
          </p:cNvSpPr>
          <p:nvPr>
            <p:ph type="ftr" sz="quarter" idx="11"/>
          </p:nvPr>
        </p:nvSpPr>
        <p:spPr/>
        <p:txBody>
          <a:bodyPr/>
          <a:lstStyle/>
          <a:p>
            <a:r>
              <a:rPr lang="en-US" dirty="0"/>
              <a:t>AI-Powered Mental Health Monitoring System</a:t>
            </a:r>
          </a:p>
          <a:p>
            <a:endParaRPr lang="en-US" dirty="0"/>
          </a:p>
        </p:txBody>
      </p:sp>
      <p:sp>
        <p:nvSpPr>
          <p:cNvPr id="9" name="Slide Number Placeholder 8">
            <a:extLst>
              <a:ext uri="{FF2B5EF4-FFF2-40B4-BE49-F238E27FC236}">
                <a16:creationId xmlns:a16="http://schemas.microsoft.com/office/drawing/2014/main" id="{2C86AE39-DC4C-7F2B-B4DE-C7163C6824C4}"/>
              </a:ext>
            </a:extLst>
          </p:cNvPr>
          <p:cNvSpPr>
            <a:spLocks noGrp="1"/>
          </p:cNvSpPr>
          <p:nvPr>
            <p:ph type="sldNum" sz="quarter" idx="12"/>
          </p:nvPr>
        </p:nvSpPr>
        <p:spPr/>
        <p:txBody>
          <a:bodyPr/>
          <a:lstStyle/>
          <a:p>
            <a:fld id="{615D92F5-C6BD-4770-B93B-CCC7110BADD0}" type="slidenum">
              <a:rPr lang="en-US" smtClean="0"/>
              <a:pPr/>
              <a:t>10</a:t>
            </a:fld>
            <a:endParaRPr lang="en-US"/>
          </a:p>
        </p:txBody>
      </p:sp>
      <p:sp>
        <p:nvSpPr>
          <p:cNvPr id="5" name="Content Placeholder 4">
            <a:extLst>
              <a:ext uri="{FF2B5EF4-FFF2-40B4-BE49-F238E27FC236}">
                <a16:creationId xmlns:a16="http://schemas.microsoft.com/office/drawing/2014/main" id="{D233C6E7-4D61-F644-160E-9D12608CCEA2}"/>
              </a:ext>
            </a:extLst>
          </p:cNvPr>
          <p:cNvSpPr>
            <a:spLocks noGrp="1"/>
          </p:cNvSpPr>
          <p:nvPr>
            <p:ph sz="quarter" idx="4"/>
          </p:nvPr>
        </p:nvSpPr>
        <p:spPr/>
        <p:txBody>
          <a:bodyPr/>
          <a:lstStyle/>
          <a:p>
            <a:endParaRPr lang="en-IN" dirty="0"/>
          </a:p>
        </p:txBody>
      </p:sp>
      <p:pic>
        <p:nvPicPr>
          <p:cNvPr id="13" name="Picture 12">
            <a:extLst>
              <a:ext uri="{FF2B5EF4-FFF2-40B4-BE49-F238E27FC236}">
                <a16:creationId xmlns:a16="http://schemas.microsoft.com/office/drawing/2014/main" id="{99552F4A-7CA5-7D96-C868-76164A70AB4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407293" y="2032707"/>
            <a:ext cx="6634160" cy="4131733"/>
          </a:xfrm>
          <a:prstGeom prst="rect">
            <a:avLst/>
          </a:prstGeom>
        </p:spPr>
      </p:pic>
    </p:spTree>
    <p:extLst>
      <p:ext uri="{BB962C8B-B14F-4D97-AF65-F5344CB8AC3E}">
        <p14:creationId xmlns:p14="http://schemas.microsoft.com/office/powerpoint/2010/main" val="41430095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8672E-6F8F-BD59-CDCF-28B47B3FEE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548117-A815-1EE3-C676-337E13347981}"/>
              </a:ext>
            </a:extLst>
          </p:cNvPr>
          <p:cNvSpPr>
            <a:spLocks noGrp="1"/>
          </p:cNvSpPr>
          <p:nvPr>
            <p:ph type="title"/>
          </p:nvPr>
        </p:nvSpPr>
        <p:spPr/>
        <p:txBody>
          <a:bodyPr/>
          <a:lstStyle/>
          <a:p>
            <a:r>
              <a:rPr lang="en-US" dirty="0"/>
              <a:t>Sign In Page Layout</a:t>
            </a:r>
          </a:p>
        </p:txBody>
      </p:sp>
      <p:sp>
        <p:nvSpPr>
          <p:cNvPr id="4" name="Content Placeholder 3">
            <a:extLst>
              <a:ext uri="{FF2B5EF4-FFF2-40B4-BE49-F238E27FC236}">
                <a16:creationId xmlns:a16="http://schemas.microsoft.com/office/drawing/2014/main" id="{FF0CD815-CB39-A8BF-DA73-0B801A84A984}"/>
              </a:ext>
            </a:extLst>
          </p:cNvPr>
          <p:cNvSpPr>
            <a:spLocks noGrp="1"/>
          </p:cNvSpPr>
          <p:nvPr>
            <p:ph sz="half" idx="2"/>
          </p:nvPr>
        </p:nvSpPr>
        <p:spPr>
          <a:xfrm>
            <a:off x="707011" y="2007908"/>
            <a:ext cx="1564850" cy="4030683"/>
          </a:xfrm>
        </p:spPr>
        <p:txBody>
          <a:bodyPr>
            <a:normAutofit/>
          </a:bodyPr>
          <a:lstStyle/>
          <a:p>
            <a:r>
              <a:rPr lang="en-US" sz="1600" dirty="0"/>
              <a:t>This is the Sign In page where user will fill login credentials to start the chat session</a:t>
            </a:r>
          </a:p>
          <a:p>
            <a:pPr marL="0" indent="0">
              <a:buNone/>
            </a:pPr>
            <a:r>
              <a:rPr lang="en-US" sz="1600" dirty="0"/>
              <a:t> </a:t>
            </a:r>
          </a:p>
        </p:txBody>
      </p:sp>
      <p:sp>
        <p:nvSpPr>
          <p:cNvPr id="7" name="Date Placeholder 6">
            <a:extLst>
              <a:ext uri="{FF2B5EF4-FFF2-40B4-BE49-F238E27FC236}">
                <a16:creationId xmlns:a16="http://schemas.microsoft.com/office/drawing/2014/main" id="{694B4C03-4173-B54A-625C-7753FDA91A46}"/>
              </a:ext>
            </a:extLst>
          </p:cNvPr>
          <p:cNvSpPr>
            <a:spLocks noGrp="1"/>
          </p:cNvSpPr>
          <p:nvPr>
            <p:ph type="dt" sz="half" idx="10"/>
          </p:nvPr>
        </p:nvSpPr>
        <p:spPr/>
        <p:txBody>
          <a:bodyPr/>
          <a:lstStyle/>
          <a:p>
            <a:fld id="{99BCA003-32EA-46B7-9B72-DF506990628E}" type="datetime1">
              <a:rPr lang="en-US" smtClean="0"/>
              <a:pPr/>
              <a:t>3/29/2025</a:t>
            </a:fld>
            <a:endParaRPr lang="en-US"/>
          </a:p>
        </p:txBody>
      </p:sp>
      <p:sp>
        <p:nvSpPr>
          <p:cNvPr id="8" name="Footer Placeholder 7">
            <a:extLst>
              <a:ext uri="{FF2B5EF4-FFF2-40B4-BE49-F238E27FC236}">
                <a16:creationId xmlns:a16="http://schemas.microsoft.com/office/drawing/2014/main" id="{47A6AD67-D38A-F93A-D619-3D12EB1675BD}"/>
              </a:ext>
            </a:extLst>
          </p:cNvPr>
          <p:cNvSpPr>
            <a:spLocks noGrp="1"/>
          </p:cNvSpPr>
          <p:nvPr>
            <p:ph type="ftr" sz="quarter" idx="11"/>
          </p:nvPr>
        </p:nvSpPr>
        <p:spPr/>
        <p:txBody>
          <a:bodyPr/>
          <a:lstStyle/>
          <a:p>
            <a:r>
              <a:rPr lang="en-US" dirty="0"/>
              <a:t>AI-Powered Mental Health Monitoring System</a:t>
            </a:r>
          </a:p>
          <a:p>
            <a:endParaRPr lang="en-US" dirty="0"/>
          </a:p>
        </p:txBody>
      </p:sp>
      <p:sp>
        <p:nvSpPr>
          <p:cNvPr id="9" name="Slide Number Placeholder 8">
            <a:extLst>
              <a:ext uri="{FF2B5EF4-FFF2-40B4-BE49-F238E27FC236}">
                <a16:creationId xmlns:a16="http://schemas.microsoft.com/office/drawing/2014/main" id="{C76D0E4F-06EF-99E4-581D-7A9D1D64389B}"/>
              </a:ext>
            </a:extLst>
          </p:cNvPr>
          <p:cNvSpPr>
            <a:spLocks noGrp="1"/>
          </p:cNvSpPr>
          <p:nvPr>
            <p:ph type="sldNum" sz="quarter" idx="12"/>
          </p:nvPr>
        </p:nvSpPr>
        <p:spPr/>
        <p:txBody>
          <a:bodyPr/>
          <a:lstStyle/>
          <a:p>
            <a:fld id="{615D92F5-C6BD-4770-B93B-CCC7110BADD0}" type="slidenum">
              <a:rPr lang="en-US" smtClean="0"/>
              <a:pPr/>
              <a:t>11</a:t>
            </a:fld>
            <a:endParaRPr lang="en-US"/>
          </a:p>
        </p:txBody>
      </p:sp>
      <p:sp>
        <p:nvSpPr>
          <p:cNvPr id="5" name="Content Placeholder 4">
            <a:extLst>
              <a:ext uri="{FF2B5EF4-FFF2-40B4-BE49-F238E27FC236}">
                <a16:creationId xmlns:a16="http://schemas.microsoft.com/office/drawing/2014/main" id="{6483D2A5-1D6E-C7F4-2D8F-FEE40F7AE66A}"/>
              </a:ext>
            </a:extLst>
          </p:cNvPr>
          <p:cNvSpPr>
            <a:spLocks noGrp="1"/>
          </p:cNvSpPr>
          <p:nvPr>
            <p:ph sz="quarter" idx="4"/>
          </p:nvPr>
        </p:nvSpPr>
        <p:spPr/>
        <p:txBody>
          <a:bodyPr/>
          <a:lstStyle/>
          <a:p>
            <a:endParaRPr lang="en-IN" dirty="0"/>
          </a:p>
        </p:txBody>
      </p:sp>
      <p:pic>
        <p:nvPicPr>
          <p:cNvPr id="11" name="Picture 10">
            <a:extLst>
              <a:ext uri="{FF2B5EF4-FFF2-40B4-BE49-F238E27FC236}">
                <a16:creationId xmlns:a16="http://schemas.microsoft.com/office/drawing/2014/main" id="{F3743BA1-1CB5-B675-225C-0D50396A362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16956" y="2007909"/>
            <a:ext cx="6543851" cy="4281184"/>
          </a:xfrm>
          <a:prstGeom prst="rect">
            <a:avLst/>
          </a:prstGeom>
        </p:spPr>
      </p:pic>
    </p:spTree>
    <p:extLst>
      <p:ext uri="{BB962C8B-B14F-4D97-AF65-F5344CB8AC3E}">
        <p14:creationId xmlns:p14="http://schemas.microsoft.com/office/powerpoint/2010/main" val="13234335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115E99-87E6-57BC-0368-C977AACEAF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D2EE4E-E60F-219E-2C06-32DDC6140AC2}"/>
              </a:ext>
            </a:extLst>
          </p:cNvPr>
          <p:cNvSpPr>
            <a:spLocks noGrp="1"/>
          </p:cNvSpPr>
          <p:nvPr>
            <p:ph type="title"/>
          </p:nvPr>
        </p:nvSpPr>
        <p:spPr/>
        <p:txBody>
          <a:bodyPr/>
          <a:lstStyle/>
          <a:p>
            <a:r>
              <a:rPr lang="en-US" dirty="0"/>
              <a:t>Medical Chat Session</a:t>
            </a:r>
          </a:p>
        </p:txBody>
      </p:sp>
      <p:sp>
        <p:nvSpPr>
          <p:cNvPr id="4" name="Content Placeholder 3">
            <a:extLst>
              <a:ext uri="{FF2B5EF4-FFF2-40B4-BE49-F238E27FC236}">
                <a16:creationId xmlns:a16="http://schemas.microsoft.com/office/drawing/2014/main" id="{38DED2CC-BE94-0ED5-1DFA-B47CDF3114DB}"/>
              </a:ext>
            </a:extLst>
          </p:cNvPr>
          <p:cNvSpPr>
            <a:spLocks noGrp="1"/>
          </p:cNvSpPr>
          <p:nvPr>
            <p:ph sz="half" idx="2"/>
          </p:nvPr>
        </p:nvSpPr>
        <p:spPr>
          <a:xfrm>
            <a:off x="883920" y="2234153"/>
            <a:ext cx="1880719" cy="3804439"/>
          </a:xfrm>
        </p:spPr>
        <p:txBody>
          <a:bodyPr>
            <a:normAutofit/>
          </a:bodyPr>
          <a:lstStyle/>
          <a:p>
            <a:pPr marL="0" indent="0">
              <a:buNone/>
            </a:pPr>
            <a:r>
              <a:rPr lang="en-US" sz="1600" dirty="0"/>
              <a:t>This is the chat page where user can start chat within the application.</a:t>
            </a:r>
          </a:p>
          <a:p>
            <a:pPr marL="0" indent="0">
              <a:buNone/>
            </a:pPr>
            <a:r>
              <a:rPr lang="en-US" sz="1600" dirty="0"/>
              <a:t>User can enter the text how the user is feeling. </a:t>
            </a:r>
          </a:p>
        </p:txBody>
      </p:sp>
      <p:sp>
        <p:nvSpPr>
          <p:cNvPr id="7" name="Date Placeholder 6">
            <a:extLst>
              <a:ext uri="{FF2B5EF4-FFF2-40B4-BE49-F238E27FC236}">
                <a16:creationId xmlns:a16="http://schemas.microsoft.com/office/drawing/2014/main" id="{45BF837A-5FC5-BD60-07D5-C4A31E8B3B2A}"/>
              </a:ext>
            </a:extLst>
          </p:cNvPr>
          <p:cNvSpPr>
            <a:spLocks noGrp="1"/>
          </p:cNvSpPr>
          <p:nvPr>
            <p:ph type="dt" sz="half" idx="10"/>
          </p:nvPr>
        </p:nvSpPr>
        <p:spPr/>
        <p:txBody>
          <a:bodyPr/>
          <a:lstStyle/>
          <a:p>
            <a:fld id="{99BCA003-32EA-46B7-9B72-DF506990628E}" type="datetime1">
              <a:rPr lang="en-US" smtClean="0"/>
              <a:pPr/>
              <a:t>3/29/2025</a:t>
            </a:fld>
            <a:endParaRPr lang="en-US"/>
          </a:p>
        </p:txBody>
      </p:sp>
      <p:sp>
        <p:nvSpPr>
          <p:cNvPr id="8" name="Footer Placeholder 7">
            <a:extLst>
              <a:ext uri="{FF2B5EF4-FFF2-40B4-BE49-F238E27FC236}">
                <a16:creationId xmlns:a16="http://schemas.microsoft.com/office/drawing/2014/main" id="{066CE03E-47CF-FBFE-D9E8-7EACA8A3A1B3}"/>
              </a:ext>
            </a:extLst>
          </p:cNvPr>
          <p:cNvSpPr>
            <a:spLocks noGrp="1"/>
          </p:cNvSpPr>
          <p:nvPr>
            <p:ph type="ftr" sz="quarter" idx="11"/>
          </p:nvPr>
        </p:nvSpPr>
        <p:spPr/>
        <p:txBody>
          <a:bodyPr/>
          <a:lstStyle/>
          <a:p>
            <a:r>
              <a:rPr lang="en-US" dirty="0"/>
              <a:t>AI-Powered Mental Health Monitoring System</a:t>
            </a:r>
          </a:p>
          <a:p>
            <a:endParaRPr lang="en-US" dirty="0"/>
          </a:p>
        </p:txBody>
      </p:sp>
      <p:sp>
        <p:nvSpPr>
          <p:cNvPr id="9" name="Slide Number Placeholder 8">
            <a:extLst>
              <a:ext uri="{FF2B5EF4-FFF2-40B4-BE49-F238E27FC236}">
                <a16:creationId xmlns:a16="http://schemas.microsoft.com/office/drawing/2014/main" id="{F1A689FF-3A66-4337-2784-B7B43C0F37FB}"/>
              </a:ext>
            </a:extLst>
          </p:cNvPr>
          <p:cNvSpPr>
            <a:spLocks noGrp="1"/>
          </p:cNvSpPr>
          <p:nvPr>
            <p:ph type="sldNum" sz="quarter" idx="12"/>
          </p:nvPr>
        </p:nvSpPr>
        <p:spPr/>
        <p:txBody>
          <a:bodyPr/>
          <a:lstStyle/>
          <a:p>
            <a:fld id="{615D92F5-C6BD-4770-B93B-CCC7110BADD0}" type="slidenum">
              <a:rPr lang="en-US" smtClean="0"/>
              <a:pPr/>
              <a:t>12</a:t>
            </a:fld>
            <a:endParaRPr lang="en-US"/>
          </a:p>
        </p:txBody>
      </p:sp>
      <p:sp>
        <p:nvSpPr>
          <p:cNvPr id="5" name="Content Placeholder 4">
            <a:extLst>
              <a:ext uri="{FF2B5EF4-FFF2-40B4-BE49-F238E27FC236}">
                <a16:creationId xmlns:a16="http://schemas.microsoft.com/office/drawing/2014/main" id="{F6F2288B-72B4-2E77-0DB9-CD344EB11BA1}"/>
              </a:ext>
            </a:extLst>
          </p:cNvPr>
          <p:cNvSpPr>
            <a:spLocks noGrp="1"/>
          </p:cNvSpPr>
          <p:nvPr>
            <p:ph sz="quarter" idx="4"/>
          </p:nvPr>
        </p:nvSpPr>
        <p:spPr/>
        <p:txBody>
          <a:bodyPr/>
          <a:lstStyle/>
          <a:p>
            <a:endParaRPr lang="en-IN"/>
          </a:p>
        </p:txBody>
      </p:sp>
      <p:pic>
        <p:nvPicPr>
          <p:cNvPr id="6" name="Content Placeholder 7">
            <a:extLst>
              <a:ext uri="{FF2B5EF4-FFF2-40B4-BE49-F238E27FC236}">
                <a16:creationId xmlns:a16="http://schemas.microsoft.com/office/drawing/2014/main" id="{1E9FD667-EAF5-5148-1FC9-65DCD80C10E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82297" y="1991643"/>
            <a:ext cx="5828303" cy="3870614"/>
          </a:xfrm>
          <a:prstGeom prst="rect">
            <a:avLst/>
          </a:prstGeom>
        </p:spPr>
      </p:pic>
    </p:spTree>
    <p:extLst>
      <p:ext uri="{BB962C8B-B14F-4D97-AF65-F5344CB8AC3E}">
        <p14:creationId xmlns:p14="http://schemas.microsoft.com/office/powerpoint/2010/main" val="3939683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286605"/>
            <a:ext cx="7543800" cy="1076578"/>
          </a:xfrm>
        </p:spPr>
        <p:txBody>
          <a:bodyPr/>
          <a:lstStyle/>
          <a:p>
            <a:r>
              <a:rPr lang="en-US" dirty="0"/>
              <a:t>Medical Chat Session</a:t>
            </a:r>
          </a:p>
        </p:txBody>
      </p:sp>
      <p:sp>
        <p:nvSpPr>
          <p:cNvPr id="4" name="Content Placeholder 3"/>
          <p:cNvSpPr>
            <a:spLocks noGrp="1"/>
          </p:cNvSpPr>
          <p:nvPr>
            <p:ph sz="half" idx="2"/>
          </p:nvPr>
        </p:nvSpPr>
        <p:spPr>
          <a:xfrm>
            <a:off x="822960" y="2158554"/>
            <a:ext cx="1693997" cy="2879299"/>
          </a:xfrm>
        </p:spPr>
        <p:txBody>
          <a:bodyPr>
            <a:normAutofit fontScale="92500" lnSpcReduction="20000"/>
          </a:bodyPr>
          <a:lstStyle/>
          <a:p>
            <a:pPr marL="0" indent="0">
              <a:buNone/>
            </a:pPr>
            <a:r>
              <a:rPr lang="en-US" sz="1600" dirty="0"/>
              <a:t>Real-time chat session with medical chat bot.</a:t>
            </a:r>
          </a:p>
          <a:p>
            <a:pPr marL="0" indent="0">
              <a:buNone/>
            </a:pPr>
            <a:r>
              <a:rPr lang="en-US" sz="1600" dirty="0"/>
              <a:t>Bot detects emotion in real-time and respond back to the user by understanding sentiment.</a:t>
            </a:r>
          </a:p>
          <a:p>
            <a:pPr marL="0" indent="0">
              <a:buNone/>
            </a:pPr>
            <a:r>
              <a:rPr lang="en-US" sz="1600" dirty="0"/>
              <a:t>Save and End session will save the session for reference and initiates analytics on real-time</a:t>
            </a:r>
          </a:p>
        </p:txBody>
      </p:sp>
      <p:sp>
        <p:nvSpPr>
          <p:cNvPr id="7" name="Date Placeholder 6"/>
          <p:cNvSpPr>
            <a:spLocks noGrp="1"/>
          </p:cNvSpPr>
          <p:nvPr>
            <p:ph type="dt" sz="half" idx="10"/>
          </p:nvPr>
        </p:nvSpPr>
        <p:spPr>
          <a:xfrm>
            <a:off x="822961" y="6459787"/>
            <a:ext cx="1854203" cy="270952"/>
          </a:xfrm>
        </p:spPr>
        <p:txBody>
          <a:bodyPr/>
          <a:lstStyle/>
          <a:p>
            <a:fld id="{99BCA003-32EA-46B7-9B72-DF506990628E}" type="datetime1">
              <a:rPr lang="en-US" smtClean="0"/>
              <a:pPr/>
              <a:t>3/29/2025</a:t>
            </a:fld>
            <a:endParaRPr lang="en-US"/>
          </a:p>
        </p:txBody>
      </p:sp>
      <p:sp>
        <p:nvSpPr>
          <p:cNvPr id="8" name="Footer Placeholder 7"/>
          <p:cNvSpPr>
            <a:spLocks noGrp="1"/>
          </p:cNvSpPr>
          <p:nvPr>
            <p:ph type="ftr" sz="quarter" idx="11"/>
          </p:nvPr>
        </p:nvSpPr>
        <p:spPr>
          <a:xfrm>
            <a:off x="2764639" y="6478641"/>
            <a:ext cx="3617103" cy="270952"/>
          </a:xfrm>
        </p:spPr>
        <p:txBody>
          <a:bodyPr/>
          <a:lstStyle/>
          <a:p>
            <a:r>
              <a:rPr lang="en-US" dirty="0"/>
              <a:t>AI-Powered Mental Health Monitoring System</a:t>
            </a:r>
          </a:p>
          <a:p>
            <a:endParaRPr lang="en-US" dirty="0"/>
          </a:p>
        </p:txBody>
      </p:sp>
      <p:sp>
        <p:nvSpPr>
          <p:cNvPr id="9" name="Slide Number Placeholder 8"/>
          <p:cNvSpPr>
            <a:spLocks noGrp="1"/>
          </p:cNvSpPr>
          <p:nvPr>
            <p:ph type="sldNum" sz="quarter" idx="12"/>
          </p:nvPr>
        </p:nvSpPr>
        <p:spPr>
          <a:xfrm>
            <a:off x="7425344" y="6459787"/>
            <a:ext cx="984019" cy="270952"/>
          </a:xfrm>
        </p:spPr>
        <p:txBody>
          <a:bodyPr/>
          <a:lstStyle/>
          <a:p>
            <a:fld id="{615D92F5-C6BD-4770-B93B-CCC7110BADD0}" type="slidenum">
              <a:rPr lang="en-US" smtClean="0"/>
              <a:pPr/>
              <a:t>13</a:t>
            </a:fld>
            <a:endParaRPr lang="en-US"/>
          </a:p>
        </p:txBody>
      </p:sp>
      <p:sp>
        <p:nvSpPr>
          <p:cNvPr id="10" name="Content Placeholder 9"/>
          <p:cNvSpPr>
            <a:spLocks noGrp="1"/>
          </p:cNvSpPr>
          <p:nvPr>
            <p:ph sz="quarter" idx="4"/>
          </p:nvPr>
        </p:nvSpPr>
        <p:spPr/>
        <p:txBody>
          <a:bodyPr/>
          <a:lstStyle/>
          <a:p>
            <a:endParaRPr lang="en-US"/>
          </a:p>
        </p:txBody>
      </p:sp>
      <p:pic>
        <p:nvPicPr>
          <p:cNvPr id="11" name="Picture 10"/>
          <p:cNvPicPr>
            <a:picLocks noChangeAspect="1"/>
          </p:cNvPicPr>
          <p:nvPr/>
        </p:nvPicPr>
        <p:blipFill>
          <a:blip r:embed="rId2"/>
          <a:stretch>
            <a:fillRect/>
          </a:stretch>
        </p:blipFill>
        <p:spPr>
          <a:xfrm>
            <a:off x="2677164" y="1809523"/>
            <a:ext cx="6372568" cy="4393313"/>
          </a:xfrm>
          <a:prstGeom prst="rect">
            <a:avLst/>
          </a:prstGeom>
        </p:spPr>
      </p:pic>
    </p:spTree>
    <p:extLst>
      <p:ext uri="{BB962C8B-B14F-4D97-AF65-F5344CB8AC3E}">
        <p14:creationId xmlns:p14="http://schemas.microsoft.com/office/powerpoint/2010/main" val="18838184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My Profile</a:t>
            </a:r>
          </a:p>
        </p:txBody>
      </p:sp>
      <p:sp>
        <p:nvSpPr>
          <p:cNvPr id="4" name="Content Placeholder 3"/>
          <p:cNvSpPr>
            <a:spLocks noGrp="1"/>
          </p:cNvSpPr>
          <p:nvPr>
            <p:ph sz="half" idx="2"/>
          </p:nvPr>
        </p:nvSpPr>
        <p:spPr>
          <a:xfrm>
            <a:off x="822961" y="2158554"/>
            <a:ext cx="1854204" cy="3880038"/>
          </a:xfrm>
        </p:spPr>
        <p:txBody>
          <a:bodyPr>
            <a:normAutofit/>
          </a:bodyPr>
          <a:lstStyle/>
          <a:p>
            <a:r>
              <a:rPr lang="en-US" sz="1600" dirty="0"/>
              <a:t>Allows user to add/update their profile data</a:t>
            </a:r>
          </a:p>
          <a:p>
            <a:r>
              <a:rPr lang="en-US" sz="1600" dirty="0"/>
              <a:t>Provision to upload profile image using live image capture</a:t>
            </a:r>
          </a:p>
          <a:p>
            <a:r>
              <a:rPr lang="en-US" sz="1600" dirty="0"/>
              <a:t>Upload Image</a:t>
            </a:r>
          </a:p>
        </p:txBody>
      </p:sp>
      <p:sp>
        <p:nvSpPr>
          <p:cNvPr id="7" name="Date Placeholder 6"/>
          <p:cNvSpPr>
            <a:spLocks noGrp="1"/>
          </p:cNvSpPr>
          <p:nvPr>
            <p:ph type="dt" sz="half" idx="10"/>
          </p:nvPr>
        </p:nvSpPr>
        <p:spPr/>
        <p:txBody>
          <a:bodyPr/>
          <a:lstStyle/>
          <a:p>
            <a:fld id="{99BCA003-32EA-46B7-9B72-DF506990628E}" type="datetime1">
              <a:rPr lang="en-US" smtClean="0"/>
              <a:pPr/>
              <a:t>3/29/2025</a:t>
            </a:fld>
            <a:endParaRPr lang="en-US"/>
          </a:p>
        </p:txBody>
      </p:sp>
      <p:sp>
        <p:nvSpPr>
          <p:cNvPr id="8" name="Footer Placeholder 7"/>
          <p:cNvSpPr>
            <a:spLocks noGrp="1"/>
          </p:cNvSpPr>
          <p:nvPr>
            <p:ph type="ftr" sz="quarter" idx="11"/>
          </p:nvPr>
        </p:nvSpPr>
        <p:spPr/>
        <p:txBody>
          <a:bodyPr/>
          <a:lstStyle/>
          <a:p>
            <a:r>
              <a:rPr lang="en-US" dirty="0"/>
              <a:t>AI-Powered Mental Health Monitoring System</a:t>
            </a:r>
          </a:p>
          <a:p>
            <a:endParaRPr lang="en-US" dirty="0"/>
          </a:p>
        </p:txBody>
      </p:sp>
      <p:sp>
        <p:nvSpPr>
          <p:cNvPr id="9" name="Slide Number Placeholder 8"/>
          <p:cNvSpPr>
            <a:spLocks noGrp="1"/>
          </p:cNvSpPr>
          <p:nvPr>
            <p:ph type="sldNum" sz="quarter" idx="12"/>
          </p:nvPr>
        </p:nvSpPr>
        <p:spPr/>
        <p:txBody>
          <a:bodyPr/>
          <a:lstStyle/>
          <a:p>
            <a:fld id="{615D92F5-C6BD-4770-B93B-CCC7110BADD0}" type="slidenum">
              <a:rPr lang="en-US" smtClean="0"/>
              <a:pPr/>
              <a:t>14</a:t>
            </a:fld>
            <a:endParaRPr lang="en-US"/>
          </a:p>
        </p:txBody>
      </p:sp>
      <p:sp>
        <p:nvSpPr>
          <p:cNvPr id="3" name="Content Placeholder 2"/>
          <p:cNvSpPr>
            <a:spLocks noGrp="1"/>
          </p:cNvSpPr>
          <p:nvPr>
            <p:ph sz="quarter" idx="4"/>
          </p:nvPr>
        </p:nvSpPr>
        <p:spPr/>
        <p:txBody>
          <a:bodyPr/>
          <a:lstStyle/>
          <a:p>
            <a:endParaRPr lang="en-US"/>
          </a:p>
        </p:txBody>
      </p:sp>
      <p:pic>
        <p:nvPicPr>
          <p:cNvPr id="6" name="Picture 5"/>
          <p:cNvPicPr>
            <a:picLocks noChangeAspect="1"/>
          </p:cNvPicPr>
          <p:nvPr/>
        </p:nvPicPr>
        <p:blipFill>
          <a:blip r:embed="rId2"/>
          <a:stretch>
            <a:fillRect/>
          </a:stretch>
        </p:blipFill>
        <p:spPr>
          <a:xfrm>
            <a:off x="2677164" y="1774884"/>
            <a:ext cx="6409367" cy="4484329"/>
          </a:xfrm>
          <a:prstGeom prst="rect">
            <a:avLst/>
          </a:prstGeom>
        </p:spPr>
      </p:pic>
    </p:spTree>
    <p:extLst>
      <p:ext uri="{BB962C8B-B14F-4D97-AF65-F5344CB8AC3E}">
        <p14:creationId xmlns:p14="http://schemas.microsoft.com/office/powerpoint/2010/main" val="5887819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9837" y="905499"/>
            <a:ext cx="7543801" cy="373272"/>
          </a:xfrm>
        </p:spPr>
        <p:txBody>
          <a:bodyPr>
            <a:noAutofit/>
          </a:bodyPr>
          <a:lstStyle/>
          <a:p>
            <a:r>
              <a:rPr lang="en-US" dirty="0"/>
              <a:t>Reports:</a:t>
            </a:r>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87019" y="1846263"/>
            <a:ext cx="4475751" cy="4352023"/>
          </a:xfrm>
        </p:spPr>
      </p:pic>
      <p:sp>
        <p:nvSpPr>
          <p:cNvPr id="4" name="Date Placeholder 3"/>
          <p:cNvSpPr>
            <a:spLocks noGrp="1"/>
          </p:cNvSpPr>
          <p:nvPr>
            <p:ph type="dt" sz="half" idx="10"/>
          </p:nvPr>
        </p:nvSpPr>
        <p:spPr/>
        <p:txBody>
          <a:bodyPr/>
          <a:lstStyle/>
          <a:p>
            <a:fld id="{CC4259E7-CD74-4F49-A1C0-1C460F426EA6}" type="datetime1">
              <a:rPr lang="en-US" smtClean="0"/>
              <a:pPr/>
              <a:t>3/29/2025</a:t>
            </a:fld>
            <a:endParaRPr lang="en-US"/>
          </a:p>
        </p:txBody>
      </p:sp>
      <p:sp>
        <p:nvSpPr>
          <p:cNvPr id="5" name="Footer Placeholder 4"/>
          <p:cNvSpPr>
            <a:spLocks noGrp="1"/>
          </p:cNvSpPr>
          <p:nvPr>
            <p:ph type="ftr" sz="quarter" idx="11"/>
          </p:nvPr>
        </p:nvSpPr>
        <p:spPr/>
        <p:txBody>
          <a:bodyPr/>
          <a:lstStyle/>
          <a:p>
            <a:r>
              <a:rPr lang="en-US" dirty="0"/>
              <a:t>AI-Powered Mental Health Monitoring System</a:t>
            </a:r>
          </a:p>
          <a:p>
            <a:endParaRPr lang="en-US" dirty="0"/>
          </a:p>
        </p:txBody>
      </p:sp>
      <p:sp>
        <p:nvSpPr>
          <p:cNvPr id="6" name="Slide Number Placeholder 5"/>
          <p:cNvSpPr>
            <a:spLocks noGrp="1"/>
          </p:cNvSpPr>
          <p:nvPr>
            <p:ph type="sldNum" sz="quarter" idx="12"/>
          </p:nvPr>
        </p:nvSpPr>
        <p:spPr/>
        <p:txBody>
          <a:bodyPr/>
          <a:lstStyle/>
          <a:p>
            <a:fld id="{615D92F5-C6BD-4770-B93B-CCC7110BADD0}" type="slidenum">
              <a:rPr lang="en-US" smtClean="0"/>
              <a:pPr/>
              <a:t>15</a:t>
            </a:fld>
            <a:endParaRPr lang="en-US"/>
          </a:p>
        </p:txBody>
      </p:sp>
    </p:spTree>
    <p:extLst>
      <p:ext uri="{BB962C8B-B14F-4D97-AF65-F5344CB8AC3E}">
        <p14:creationId xmlns:p14="http://schemas.microsoft.com/office/powerpoint/2010/main" val="5407792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Reports:</a:t>
            </a:r>
            <a:br>
              <a:rPr lang="en-US" dirty="0" smtClean="0"/>
            </a:br>
            <a:endParaRPr lang="en-US" dirty="0"/>
          </a:p>
        </p:txBody>
      </p:sp>
      <p:pic>
        <p:nvPicPr>
          <p:cNvPr id="7" name="Content Placeholder 6"/>
          <p:cNvPicPr>
            <a:picLocks noGrp="1" noChangeAspect="1"/>
          </p:cNvPicPr>
          <p:nvPr>
            <p:ph idx="1"/>
          </p:nvPr>
        </p:nvPicPr>
        <p:blipFill>
          <a:blip r:embed="rId2"/>
          <a:stretch>
            <a:fillRect/>
          </a:stretch>
        </p:blipFill>
        <p:spPr>
          <a:xfrm>
            <a:off x="2384981" y="1951347"/>
            <a:ext cx="6655324" cy="4119515"/>
          </a:xfrm>
          <a:prstGeom prst="rect">
            <a:avLst/>
          </a:prstGeom>
        </p:spPr>
      </p:pic>
      <p:sp>
        <p:nvSpPr>
          <p:cNvPr id="4" name="Date Placeholder 3"/>
          <p:cNvSpPr>
            <a:spLocks noGrp="1"/>
          </p:cNvSpPr>
          <p:nvPr>
            <p:ph type="dt" sz="half" idx="10"/>
          </p:nvPr>
        </p:nvSpPr>
        <p:spPr/>
        <p:txBody>
          <a:bodyPr/>
          <a:lstStyle/>
          <a:p>
            <a:fld id="{CC4259E7-CD74-4F49-A1C0-1C460F426EA6}" type="datetime1">
              <a:rPr lang="en-US" smtClean="0"/>
              <a:pPr/>
              <a:t>3/29/2025</a:t>
            </a:fld>
            <a:endParaRPr lang="en-US"/>
          </a:p>
        </p:txBody>
      </p:sp>
      <p:sp>
        <p:nvSpPr>
          <p:cNvPr id="5" name="Footer Placeholder 4"/>
          <p:cNvSpPr>
            <a:spLocks noGrp="1"/>
          </p:cNvSpPr>
          <p:nvPr>
            <p:ph type="ftr" sz="quarter" idx="11"/>
          </p:nvPr>
        </p:nvSpPr>
        <p:spPr>
          <a:xfrm>
            <a:off x="2786308" y="6504727"/>
            <a:ext cx="3617103" cy="365125"/>
          </a:xfrm>
        </p:spPr>
        <p:txBody>
          <a:bodyPr/>
          <a:lstStyle/>
          <a:p>
            <a:r>
              <a:rPr lang="en-US" dirty="0"/>
              <a:t>AI-Powered Mental Health Monitoring System</a:t>
            </a:r>
          </a:p>
          <a:p>
            <a:endParaRPr lang="en-US" dirty="0"/>
          </a:p>
          <a:p>
            <a:endParaRPr lang="en-US" dirty="0"/>
          </a:p>
        </p:txBody>
      </p:sp>
      <p:sp>
        <p:nvSpPr>
          <p:cNvPr id="6" name="Slide Number Placeholder 5"/>
          <p:cNvSpPr>
            <a:spLocks noGrp="1"/>
          </p:cNvSpPr>
          <p:nvPr>
            <p:ph type="sldNum" sz="quarter" idx="12"/>
          </p:nvPr>
        </p:nvSpPr>
        <p:spPr/>
        <p:txBody>
          <a:bodyPr/>
          <a:lstStyle/>
          <a:p>
            <a:fld id="{615D92F5-C6BD-4770-B93B-CCC7110BADD0}" type="slidenum">
              <a:rPr lang="en-US" smtClean="0"/>
              <a:pPr/>
              <a:t>16</a:t>
            </a:fld>
            <a:endParaRPr lang="en-US"/>
          </a:p>
        </p:txBody>
      </p:sp>
      <p:sp>
        <p:nvSpPr>
          <p:cNvPr id="8" name="TextBox 7"/>
          <p:cNvSpPr txBox="1"/>
          <p:nvPr/>
        </p:nvSpPr>
        <p:spPr>
          <a:xfrm>
            <a:off x="822960" y="2126285"/>
            <a:ext cx="1232083" cy="2862322"/>
          </a:xfrm>
          <a:prstGeom prst="rect">
            <a:avLst/>
          </a:prstGeom>
          <a:noFill/>
        </p:spPr>
        <p:txBody>
          <a:bodyPr wrap="square" rtlCol="0">
            <a:spAutoFit/>
          </a:bodyPr>
          <a:lstStyle/>
          <a:p>
            <a:r>
              <a:rPr lang="en-US" dirty="0" smtClean="0"/>
              <a:t>We can generate our chat session by using the dedicated button given in the application</a:t>
            </a:r>
            <a:endParaRPr lang="en-US" dirty="0"/>
          </a:p>
        </p:txBody>
      </p:sp>
    </p:spTree>
    <p:extLst>
      <p:ext uri="{BB962C8B-B14F-4D97-AF65-F5344CB8AC3E}">
        <p14:creationId xmlns:p14="http://schemas.microsoft.com/office/powerpoint/2010/main" val="15610044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Table</a:t>
            </a:r>
          </a:p>
        </p:txBody>
      </p:sp>
      <p:pic>
        <p:nvPicPr>
          <p:cNvPr id="7" name="Content Placeholder 6"/>
          <p:cNvPicPr>
            <a:picLocks noGrp="1" noChangeAspect="1"/>
          </p:cNvPicPr>
          <p:nvPr>
            <p:ph sz="half" idx="1"/>
          </p:nvPr>
        </p:nvPicPr>
        <p:blipFill rotWithShape="1">
          <a:blip r:embed="rId2">
            <a:extLst>
              <a:ext uri="{28A0092B-C50C-407E-A947-70E740481C1C}">
                <a14:useLocalDpi xmlns:a14="http://schemas.microsoft.com/office/drawing/2010/main" val="0"/>
              </a:ext>
            </a:extLst>
          </a:blip>
          <a:srcRect l="23866" r="24210"/>
          <a:stretch/>
        </p:blipFill>
        <p:spPr>
          <a:xfrm>
            <a:off x="662701" y="1965202"/>
            <a:ext cx="3919381" cy="3800196"/>
          </a:xfrm>
          <a:prstGeom prst="rect">
            <a:avLst/>
          </a:prstGeom>
        </p:spPr>
      </p:pic>
      <p:graphicFrame>
        <p:nvGraphicFramePr>
          <p:cNvPr id="9" name="Content Placeholder 8"/>
          <p:cNvGraphicFramePr>
            <a:graphicFrameLocks noGrp="1"/>
          </p:cNvGraphicFramePr>
          <p:nvPr>
            <p:ph sz="half" idx="2"/>
            <p:extLst>
              <p:ext uri="{D42A27DB-BD31-4B8C-83A1-F6EECF244321}">
                <p14:modId xmlns:p14="http://schemas.microsoft.com/office/powerpoint/2010/main" val="2239946832"/>
              </p:ext>
            </p:extLst>
          </p:nvPr>
        </p:nvGraphicFramePr>
        <p:xfrm>
          <a:off x="4664075" y="1846263"/>
          <a:ext cx="3702050" cy="40227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Date Placeholder 3"/>
          <p:cNvSpPr>
            <a:spLocks noGrp="1"/>
          </p:cNvSpPr>
          <p:nvPr>
            <p:ph type="dt" sz="half" idx="10"/>
          </p:nvPr>
        </p:nvSpPr>
        <p:spPr/>
        <p:txBody>
          <a:bodyPr/>
          <a:lstStyle/>
          <a:p>
            <a:fld id="{CC4259E7-CD74-4F49-A1C0-1C460F426EA6}" type="datetime1">
              <a:rPr lang="en-US" smtClean="0"/>
              <a:pPr/>
              <a:t>3/29/2025</a:t>
            </a:fld>
            <a:endParaRPr lang="en-US"/>
          </a:p>
        </p:txBody>
      </p:sp>
      <p:sp>
        <p:nvSpPr>
          <p:cNvPr id="5" name="Footer Placeholder 4"/>
          <p:cNvSpPr>
            <a:spLocks noGrp="1"/>
          </p:cNvSpPr>
          <p:nvPr>
            <p:ph type="ftr" sz="quarter" idx="11"/>
          </p:nvPr>
        </p:nvSpPr>
        <p:spPr/>
        <p:txBody>
          <a:bodyPr/>
          <a:lstStyle/>
          <a:p>
            <a:r>
              <a:rPr lang="en-US" dirty="0"/>
              <a:t>AI-Powered Mental Health Monitoring System</a:t>
            </a:r>
          </a:p>
          <a:p>
            <a:endParaRPr lang="en-US" dirty="0"/>
          </a:p>
        </p:txBody>
      </p:sp>
      <p:sp>
        <p:nvSpPr>
          <p:cNvPr id="6" name="Slide Number Placeholder 5"/>
          <p:cNvSpPr>
            <a:spLocks noGrp="1"/>
          </p:cNvSpPr>
          <p:nvPr>
            <p:ph type="sldNum" sz="quarter" idx="12"/>
          </p:nvPr>
        </p:nvSpPr>
        <p:spPr/>
        <p:txBody>
          <a:bodyPr/>
          <a:lstStyle/>
          <a:p>
            <a:fld id="{615D92F5-C6BD-4770-B93B-CCC7110BADD0}" type="slidenum">
              <a:rPr lang="en-US" smtClean="0"/>
              <a:pPr/>
              <a:t>17</a:t>
            </a:fld>
            <a:endParaRPr lang="en-US"/>
          </a:p>
        </p:txBody>
      </p:sp>
    </p:spTree>
    <p:extLst>
      <p:ext uri="{BB962C8B-B14F-4D97-AF65-F5344CB8AC3E}">
        <p14:creationId xmlns:p14="http://schemas.microsoft.com/office/powerpoint/2010/main" val="14870008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Testing</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886347052"/>
              </p:ext>
            </p:extLst>
          </p:nvPr>
        </p:nvGraphicFramePr>
        <p:xfrm>
          <a:off x="822325" y="1846263"/>
          <a:ext cx="7543800" cy="4022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p:cNvSpPr>
            <a:spLocks noGrp="1"/>
          </p:cNvSpPr>
          <p:nvPr>
            <p:ph type="dt" sz="half" idx="10"/>
          </p:nvPr>
        </p:nvSpPr>
        <p:spPr/>
        <p:txBody>
          <a:bodyPr/>
          <a:lstStyle/>
          <a:p>
            <a:fld id="{CC4259E7-CD74-4F49-A1C0-1C460F426EA6}" type="datetime1">
              <a:rPr lang="en-US" smtClean="0"/>
              <a:pPr/>
              <a:t>3/29/2025</a:t>
            </a:fld>
            <a:endParaRPr lang="en-US"/>
          </a:p>
        </p:txBody>
      </p:sp>
      <p:sp>
        <p:nvSpPr>
          <p:cNvPr id="5" name="Footer Placeholder 4"/>
          <p:cNvSpPr>
            <a:spLocks noGrp="1"/>
          </p:cNvSpPr>
          <p:nvPr>
            <p:ph type="ftr" sz="quarter" idx="11"/>
          </p:nvPr>
        </p:nvSpPr>
        <p:spPr>
          <a:xfrm>
            <a:off x="2764639" y="6478640"/>
            <a:ext cx="3617103" cy="365125"/>
          </a:xfrm>
        </p:spPr>
        <p:txBody>
          <a:bodyPr/>
          <a:lstStyle/>
          <a:p>
            <a:r>
              <a:rPr lang="en-US" dirty="0"/>
              <a:t>AI-Powered Mental Health Monitoring System</a:t>
            </a:r>
          </a:p>
          <a:p>
            <a:endParaRPr lang="en-US" dirty="0"/>
          </a:p>
        </p:txBody>
      </p:sp>
      <p:sp>
        <p:nvSpPr>
          <p:cNvPr id="6" name="Slide Number Placeholder 5"/>
          <p:cNvSpPr>
            <a:spLocks noGrp="1"/>
          </p:cNvSpPr>
          <p:nvPr>
            <p:ph type="sldNum" sz="quarter" idx="12"/>
          </p:nvPr>
        </p:nvSpPr>
        <p:spPr/>
        <p:txBody>
          <a:bodyPr/>
          <a:lstStyle/>
          <a:p>
            <a:fld id="{615D92F5-C6BD-4770-B93B-CCC7110BADD0}" type="slidenum">
              <a:rPr lang="en-US" smtClean="0"/>
              <a:pPr/>
              <a:t>18</a:t>
            </a:fld>
            <a:endParaRPr lang="en-US"/>
          </a:p>
        </p:txBody>
      </p:sp>
    </p:spTree>
    <p:extLst>
      <p:ext uri="{BB962C8B-B14F-4D97-AF65-F5344CB8AC3E}">
        <p14:creationId xmlns:p14="http://schemas.microsoft.com/office/powerpoint/2010/main" val="9135118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Future Enhancements</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600215729"/>
              </p:ext>
            </p:extLst>
          </p:nvPr>
        </p:nvGraphicFramePr>
        <p:xfrm>
          <a:off x="822325" y="1846263"/>
          <a:ext cx="7543800" cy="4022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p:cNvSpPr>
            <a:spLocks noGrp="1"/>
          </p:cNvSpPr>
          <p:nvPr>
            <p:ph type="dt" sz="half" idx="10"/>
          </p:nvPr>
        </p:nvSpPr>
        <p:spPr/>
        <p:txBody>
          <a:bodyPr/>
          <a:lstStyle/>
          <a:p>
            <a:fld id="{CC4259E7-CD74-4F49-A1C0-1C460F426EA6}" type="datetime1">
              <a:rPr lang="en-US" smtClean="0"/>
              <a:pPr/>
              <a:t>3/29/2025</a:t>
            </a:fld>
            <a:endParaRPr lang="en-US"/>
          </a:p>
        </p:txBody>
      </p:sp>
      <p:sp>
        <p:nvSpPr>
          <p:cNvPr id="5" name="Footer Placeholder 4"/>
          <p:cNvSpPr>
            <a:spLocks noGrp="1"/>
          </p:cNvSpPr>
          <p:nvPr>
            <p:ph type="ftr" sz="quarter" idx="11"/>
          </p:nvPr>
        </p:nvSpPr>
        <p:spPr/>
        <p:txBody>
          <a:bodyPr/>
          <a:lstStyle/>
          <a:p>
            <a:r>
              <a:rPr lang="en-US" dirty="0"/>
              <a:t>AI-Powered Mental Health Monitoring System</a:t>
            </a:r>
          </a:p>
          <a:p>
            <a:endParaRPr lang="en-US" dirty="0"/>
          </a:p>
        </p:txBody>
      </p:sp>
      <p:sp>
        <p:nvSpPr>
          <p:cNvPr id="6" name="Slide Number Placeholder 5"/>
          <p:cNvSpPr>
            <a:spLocks noGrp="1"/>
          </p:cNvSpPr>
          <p:nvPr>
            <p:ph type="sldNum" sz="quarter" idx="12"/>
          </p:nvPr>
        </p:nvSpPr>
        <p:spPr/>
        <p:txBody>
          <a:bodyPr/>
          <a:lstStyle/>
          <a:p>
            <a:fld id="{615D92F5-C6BD-4770-B93B-CCC7110BADD0}" type="slidenum">
              <a:rPr lang="en-US" smtClean="0"/>
              <a:pPr/>
              <a:t>19</a:t>
            </a:fld>
            <a:endParaRPr lang="en-US"/>
          </a:p>
        </p:txBody>
      </p:sp>
    </p:spTree>
    <p:extLst>
      <p:ext uri="{BB962C8B-B14F-4D97-AF65-F5344CB8AC3E}">
        <p14:creationId xmlns:p14="http://schemas.microsoft.com/office/powerpoint/2010/main" val="30598610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Bibliography</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2552937293"/>
              </p:ext>
            </p:extLst>
          </p:nvPr>
        </p:nvGraphicFramePr>
        <p:xfrm>
          <a:off x="822325" y="1846263"/>
          <a:ext cx="7543800" cy="4022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p:cNvSpPr>
            <a:spLocks noGrp="1"/>
          </p:cNvSpPr>
          <p:nvPr>
            <p:ph type="dt" sz="half" idx="10"/>
          </p:nvPr>
        </p:nvSpPr>
        <p:spPr/>
        <p:txBody>
          <a:bodyPr/>
          <a:lstStyle/>
          <a:p>
            <a:fld id="{CC4259E7-CD74-4F49-A1C0-1C460F426EA6}" type="datetime1">
              <a:rPr lang="en-US" smtClean="0"/>
              <a:pPr/>
              <a:t>3/29/2025</a:t>
            </a:fld>
            <a:endParaRPr lang="en-US"/>
          </a:p>
        </p:txBody>
      </p:sp>
      <p:sp>
        <p:nvSpPr>
          <p:cNvPr id="5" name="Footer Placeholder 4"/>
          <p:cNvSpPr>
            <a:spLocks noGrp="1"/>
          </p:cNvSpPr>
          <p:nvPr>
            <p:ph type="ftr" sz="quarter" idx="11"/>
          </p:nvPr>
        </p:nvSpPr>
        <p:spPr/>
        <p:txBody>
          <a:bodyPr/>
          <a:lstStyle/>
          <a:p>
            <a:r>
              <a:rPr lang="en-US" dirty="0"/>
              <a:t>AI-Powered Mental Health Monitoring System</a:t>
            </a:r>
          </a:p>
          <a:p>
            <a:endParaRPr lang="en-US" dirty="0"/>
          </a:p>
        </p:txBody>
      </p:sp>
      <p:sp>
        <p:nvSpPr>
          <p:cNvPr id="6" name="Slide Number Placeholder 5"/>
          <p:cNvSpPr>
            <a:spLocks noGrp="1"/>
          </p:cNvSpPr>
          <p:nvPr>
            <p:ph type="sldNum" sz="quarter" idx="12"/>
          </p:nvPr>
        </p:nvSpPr>
        <p:spPr/>
        <p:txBody>
          <a:bodyPr/>
          <a:lstStyle/>
          <a:p>
            <a:fld id="{615D92F5-C6BD-4770-B93B-CCC7110BADD0}" type="slidenum">
              <a:rPr lang="en-US" smtClean="0"/>
              <a:pPr/>
              <a:t>20</a:t>
            </a:fld>
            <a:endParaRPr lang="en-US"/>
          </a:p>
        </p:txBody>
      </p:sp>
    </p:spTree>
    <p:extLst>
      <p:ext uri="{BB962C8B-B14F-4D97-AF65-F5344CB8AC3E}">
        <p14:creationId xmlns:p14="http://schemas.microsoft.com/office/powerpoint/2010/main" val="19946406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 You</a:t>
            </a:r>
          </a:p>
        </p:txBody>
      </p:sp>
      <p:pic>
        <p:nvPicPr>
          <p:cNvPr id="7" name="Content Placeholder 6"/>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695084" y="1846263"/>
            <a:ext cx="3798281" cy="4022725"/>
          </a:xfrm>
        </p:spPr>
      </p:pic>
      <p:sp>
        <p:nvSpPr>
          <p:cNvPr id="4" name="Date Placeholder 3"/>
          <p:cNvSpPr>
            <a:spLocks noGrp="1"/>
          </p:cNvSpPr>
          <p:nvPr>
            <p:ph type="dt" sz="half" idx="10"/>
          </p:nvPr>
        </p:nvSpPr>
        <p:spPr/>
        <p:txBody>
          <a:bodyPr/>
          <a:lstStyle/>
          <a:p>
            <a:fld id="{CC4259E7-CD74-4F49-A1C0-1C460F426EA6}" type="datetime1">
              <a:rPr lang="en-US" smtClean="0"/>
              <a:pPr/>
              <a:t>3/29/2025</a:t>
            </a:fld>
            <a:endParaRPr lang="en-US"/>
          </a:p>
        </p:txBody>
      </p:sp>
      <p:sp>
        <p:nvSpPr>
          <p:cNvPr id="5" name="Footer Placeholder 4"/>
          <p:cNvSpPr>
            <a:spLocks noGrp="1"/>
          </p:cNvSpPr>
          <p:nvPr>
            <p:ph type="ftr" sz="quarter" idx="11"/>
          </p:nvPr>
        </p:nvSpPr>
        <p:spPr/>
        <p:txBody>
          <a:bodyPr/>
          <a:lstStyle/>
          <a:p>
            <a:r>
              <a:rPr lang="en-US" dirty="0"/>
              <a:t>AI-Powered Mental Health Monitoring System</a:t>
            </a:r>
          </a:p>
          <a:p>
            <a:endParaRPr lang="en-US" dirty="0"/>
          </a:p>
        </p:txBody>
      </p:sp>
      <p:sp>
        <p:nvSpPr>
          <p:cNvPr id="6" name="Slide Number Placeholder 5"/>
          <p:cNvSpPr>
            <a:spLocks noGrp="1"/>
          </p:cNvSpPr>
          <p:nvPr>
            <p:ph type="sldNum" sz="quarter" idx="12"/>
          </p:nvPr>
        </p:nvSpPr>
        <p:spPr/>
        <p:txBody>
          <a:bodyPr/>
          <a:lstStyle/>
          <a:p>
            <a:fld id="{615D92F5-C6BD-4770-B93B-CCC7110BADD0}" type="slidenum">
              <a:rPr lang="en-US" smtClean="0"/>
              <a:pPr/>
              <a:t>21</a:t>
            </a:fld>
            <a:endParaRPr lang="en-US"/>
          </a:p>
        </p:txBody>
      </p:sp>
    </p:spTree>
    <p:extLst>
      <p:ext uri="{BB962C8B-B14F-4D97-AF65-F5344CB8AC3E}">
        <p14:creationId xmlns:p14="http://schemas.microsoft.com/office/powerpoint/2010/main" val="4186207870"/>
      </p:ext>
    </p:extLst>
  </p:cSld>
  <p:clrMapOvr>
    <a:masterClrMapping/>
  </p:clrMapOvr>
</p:sld>
</file>

<file path=ppt/theme/theme1.xml><?xml version="1.0" encoding="utf-8"?>
<a:theme xmlns:a="http://schemas.openxmlformats.org/drawingml/2006/main" name="Retrospect">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2376</TotalTime>
  <Words>1112</Words>
  <Application>Microsoft Office PowerPoint</Application>
  <PresentationFormat>On-screen Show (4:3)</PresentationFormat>
  <Paragraphs>214</Paragraphs>
  <Slides>21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Arial</vt:lpstr>
      <vt:lpstr>BrowalliaUPC</vt:lpstr>
      <vt:lpstr>Calibri</vt:lpstr>
      <vt:lpstr>Cambria</vt:lpstr>
      <vt:lpstr>Mangal</vt:lpstr>
      <vt:lpstr>Microsoft Sans Serif</vt:lpstr>
      <vt:lpstr>Times New Roman</vt:lpstr>
      <vt:lpstr>Retrospect</vt:lpstr>
      <vt:lpstr>AI-Powered Mental Health Monitoring</vt:lpstr>
      <vt:lpstr>PowerPoint Presentation</vt:lpstr>
      <vt:lpstr>About Department</vt:lpstr>
      <vt:lpstr>Index</vt:lpstr>
      <vt:lpstr>Project Profile</vt:lpstr>
      <vt:lpstr>Requirement Analysis</vt:lpstr>
      <vt:lpstr>Design</vt:lpstr>
      <vt:lpstr>Data Collection</vt:lpstr>
      <vt:lpstr>Implementation</vt:lpstr>
      <vt:lpstr>Sign Up Page Layout</vt:lpstr>
      <vt:lpstr>Sign In Page Layout</vt:lpstr>
      <vt:lpstr>Medical Chat Session</vt:lpstr>
      <vt:lpstr>Medical Chat Session</vt:lpstr>
      <vt:lpstr>My Profile</vt:lpstr>
      <vt:lpstr>Reports:</vt:lpstr>
      <vt:lpstr>Reports: </vt:lpstr>
      <vt:lpstr>Data Table</vt:lpstr>
      <vt:lpstr>Testing</vt:lpstr>
      <vt:lpstr>Future Enhancements</vt:lpstr>
      <vt:lpstr>Bibliography</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Mihir</dc:creator>
  <cp:lastModifiedBy>PC</cp:lastModifiedBy>
  <cp:revision>48</cp:revision>
  <dcterms:created xsi:type="dcterms:W3CDTF">2017-05-16T07:00:22Z</dcterms:created>
  <dcterms:modified xsi:type="dcterms:W3CDTF">2025-03-29T05:38:18Z</dcterms:modified>
</cp:coreProperties>
</file>